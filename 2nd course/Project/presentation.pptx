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ргсян Ева Артуровна" initials="ES" lastIdx="3" clrIdx="0">
    <p:extLst>
      <p:ext uri="{19B8F6BF-5375-455C-9EA6-DF929625EA0E}">
        <p15:presenceInfo xmlns:p15="http://schemas.microsoft.com/office/powerpoint/2012/main" userId="S::sarg@sfedu.ru::e80ffccb-ccf7-4cdc-aeb7-0a50bd4cba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77B9"/>
    <a:srgbClr val="125E92"/>
    <a:srgbClr val="119AC5"/>
    <a:srgbClr val="2D76D7"/>
    <a:srgbClr val="145AB8"/>
    <a:srgbClr val="1F63AD"/>
    <a:srgbClr val="1A65C0"/>
    <a:srgbClr val="6495ED"/>
    <a:srgbClr val="416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8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C8E99-BCD2-0475-5302-FC860D1D0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3C54D0-CD82-78E8-A0F3-F9B80C9B4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BDA27B-94AE-78BD-5BC0-63B02E48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40C162-612C-0FAB-D8E4-C27CF254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4DC07-30E3-3334-9F3C-623B3570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9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A24EC-2FE3-E39B-439E-9E1B0684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554E2-ED60-35EA-808E-BDAD790C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8862D5-3B7A-2484-976E-B5F838A0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3A06B7-EFF6-CA47-99D7-B57F1DD5C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B04995-86A3-AF2F-E048-B9A381F1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36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3A9C2-85D6-E79E-78BE-57EBDF25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60B88-55B1-64F8-C43A-2CC4E39FA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E8C206-51B9-B999-7D94-4885FFD2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528248-8490-02D8-6EF5-E4D86D37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0E947-0681-98BE-E114-C2A836A4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5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25B79-56DF-C8D3-F4F9-74B45701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AE5535-EEBE-B8AE-9ECA-4B8F9B7E8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BF47EF-FBF4-734D-9F2D-87E3F4A21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7F634E-32C0-F274-0474-929B35AC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931483-1CF2-23F1-D413-C262E6A5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62F8E8-A6BE-F79A-BE76-BADAD539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05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FD64A-198D-B9FE-1A9F-9DE2715F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E68D68-9463-1E65-5E60-666404B59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4620D8-F3FC-336E-AEEE-4368A9013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1E768-D575-5199-6201-977DE08E0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37AC7E-A5B1-E4BE-1793-30A9F901D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3E5701-7542-0046-1283-7E9748AE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605BB1-5F39-2236-5AD3-ABCE9FE2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B83BB9-A810-14CA-F07D-8C41A5E1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82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00171-3E51-E815-2DAA-0D826E05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3456850-9765-0895-6AD9-1FA4FC53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ADDB76E-191D-7502-6B20-34279C33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2BB5FB-CD34-2DD0-8DBF-29C43D40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33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8B256F-A4AA-2FA5-8F67-2074E72B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D1AB76-A2B0-0BB9-22AD-C407F788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592622-C4C5-FA06-64D7-BCCC3305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30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10D7F-7D78-8D39-F753-3BB1BF2C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FB5D82-CA99-C4F1-B177-179568490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550D48-0E39-0A3C-B607-040718B0D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A04238-C26B-EB27-4864-42651B1E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87A267-FDF9-00D0-E051-4DCC2D23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F6847C-9A19-74AE-D14E-A6AA032D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8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4D3E3-8B4B-B621-2AF8-9855C9B4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F57BC-206A-A410-7066-3340AE446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0A2099-D688-E00B-5874-73473E291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0085A0-961C-E167-E8E6-6A72E421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20147D-65EB-6BE0-4F6D-0F07D207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390B7C-C52A-0937-74B6-7BFB6359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95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D3229-6344-3589-1F00-B3874A42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22778D-82C1-CEAC-8868-DA35B0333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0C39E-B88E-D97B-C75B-4C68EBA1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951019-1B1F-AB6D-F24F-8839CB9B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F16EC6-00D6-510C-877D-228C5EAB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30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1C0C6B3-888E-F3BA-B1E3-FE9EF61A3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D5F6DB-C287-9081-D031-4676ED741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4B980-36F2-EC5E-C994-F07FE34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23BE99-14C1-02B0-64D7-C6F1B409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C386DB-DF1E-E9E8-7BAC-717513CB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17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3140F-2F76-0411-1CC9-8FC3A4E9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33B530-B20D-03D3-13C6-DFF5F1BD1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07F5E6-69F1-5E98-3494-17297E36D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B58A0-CED8-45DA-B0BC-D2832C3FE5A4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E8E963-7E2D-CA87-1B31-DF569812B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DD063A-5CDF-DE68-3FC6-B0536CE8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BA0D8-8B90-4480-9C2F-471020B33C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48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fedu.ru/index2015/logo.png">
            <a:extLst>
              <a:ext uri="{FF2B5EF4-FFF2-40B4-BE49-F238E27FC236}">
                <a16:creationId xmlns:a16="http://schemas.microsoft.com/office/drawing/2014/main" id="{01638CE9-6469-76AD-F648-8B44B6126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" y="192100"/>
            <a:ext cx="2243138" cy="208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Описание: https://pp.vk.me/c623122/v623122412/1acb7/yTJRs3eyFiE.jpg">
            <a:extLst>
              <a:ext uri="{FF2B5EF4-FFF2-40B4-BE49-F238E27FC236}">
                <a16:creationId xmlns:a16="http://schemas.microsoft.com/office/drawing/2014/main" id="{214EDE43-C7A2-D2B4-5B63-138ED57FF75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724" b="67007"/>
          <a:stretch>
            <a:fillRect/>
          </a:stretch>
        </p:blipFill>
        <p:spPr bwMode="auto">
          <a:xfrm>
            <a:off x="9767888" y="49212"/>
            <a:ext cx="2343543" cy="229552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D7690B-51BB-0DFB-57E0-CA6DBF0A87B7}"/>
              </a:ext>
            </a:extLst>
          </p:cNvPr>
          <p:cNvSpPr txBox="1"/>
          <p:nvPr/>
        </p:nvSpPr>
        <p:spPr>
          <a:xfrm>
            <a:off x="2424112" y="49212"/>
            <a:ext cx="7635875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МИНОБРНАУКИ РОССИИ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ФЕДЕРАЛЬНОЕ ГОСУДАРСТВЕННОЕ АВТОНОМНОЕ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ОБРАЗОВАТЕЛЬНОЕ УЧРЕЖДЕНИЕ 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ВЫСШЕГО ОБРАЗОВАНИЯ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«ЮЖНЫЙ ФЕДЕРАЛЬНЫЙ УНИВЕРСИТЕТ»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Институт высоких технологий и пьезотехники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1CFD7-1D90-2D9B-4444-0A2E9923BF0F}"/>
              </a:ext>
            </a:extLst>
          </p:cNvPr>
          <p:cNvSpPr txBox="1"/>
          <p:nvPr/>
        </p:nvSpPr>
        <p:spPr>
          <a:xfrm>
            <a:off x="2162174" y="3198167"/>
            <a:ext cx="8159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2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платформера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«Ключ к свободе»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39809-42C5-B4B5-960D-677063D745B0}"/>
              </a:ext>
            </a:extLst>
          </p:cNvPr>
          <p:cNvSpPr txBox="1"/>
          <p:nvPr/>
        </p:nvSpPr>
        <p:spPr>
          <a:xfrm>
            <a:off x="1673224" y="4246771"/>
            <a:ext cx="91376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 студенты 2 курса бакалавриата 9 группы: Саргсян Е.А.</a:t>
            </a: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Мирзоян М.А.</a:t>
            </a: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Гармаш Д.И.</a:t>
            </a: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Деняк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Д.Е.</a:t>
            </a: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Харламов Н.М.</a:t>
            </a: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Батычко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Н.Н.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4338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03F64F-A45E-B5F8-B9A8-E760E2B2E3C9}"/>
              </a:ext>
            </a:extLst>
          </p:cNvPr>
          <p:cNvSpPr/>
          <p:nvPr/>
        </p:nvSpPr>
        <p:spPr>
          <a:xfrm rot="16200000">
            <a:off x="1839189" y="-343670"/>
            <a:ext cx="1334207" cy="18223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A18078-14B9-BF6C-CD10-09B47E608718}"/>
              </a:ext>
            </a:extLst>
          </p:cNvPr>
          <p:cNvSpPr/>
          <p:nvPr/>
        </p:nvSpPr>
        <p:spPr>
          <a:xfrm>
            <a:off x="2785613" y="-37673"/>
            <a:ext cx="6620760" cy="5552389"/>
          </a:xfrm>
          <a:prstGeom prst="rect">
            <a:avLst/>
          </a:prstGeom>
          <a:solidFill>
            <a:srgbClr val="1777B9"/>
          </a:solidFill>
          <a:ln>
            <a:solidFill>
              <a:srgbClr val="1777B9"/>
            </a:solidFill>
          </a:ln>
          <a:effectLst>
            <a:glow>
              <a:schemeClr val="accent1">
                <a:alpha val="40000"/>
              </a:schemeClr>
            </a:glow>
            <a:reflection stA="0" endPos="65000" dist="50800" dir="5400000" sy="-100000" algn="bl" rotWithShape="0"/>
          </a:effectLst>
          <a:scene3d>
            <a:camera prst="orthographicFront"/>
            <a:lightRig rig="flat" dir="t">
              <a:rot lat="0" lon="0" rev="5400000"/>
            </a:lightRig>
          </a:scene3d>
          <a:sp3d extrusionH="76200">
            <a:bevelT w="0" h="0"/>
            <a:extrusionClr>
              <a:schemeClr val="bg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A60526-F811-E44B-7091-4D52E1F3A762}"/>
              </a:ext>
            </a:extLst>
          </p:cNvPr>
          <p:cNvSpPr/>
          <p:nvPr/>
        </p:nvSpPr>
        <p:spPr>
          <a:xfrm rot="10800000">
            <a:off x="10414000" y="6063355"/>
            <a:ext cx="2125744" cy="154758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503C426-1BA9-1A66-BFA4-A52ECE432CD2}"/>
              </a:ext>
            </a:extLst>
          </p:cNvPr>
          <p:cNvSpPr/>
          <p:nvPr/>
        </p:nvSpPr>
        <p:spPr>
          <a:xfrm>
            <a:off x="3255541" y="2213143"/>
            <a:ext cx="5680897" cy="487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0859390-A7BA-4451-3E7F-B281F77F9720}"/>
              </a:ext>
            </a:extLst>
          </p:cNvPr>
          <p:cNvSpPr txBox="1">
            <a:spLocks/>
          </p:cNvSpPr>
          <p:nvPr/>
        </p:nvSpPr>
        <p:spPr>
          <a:xfrm>
            <a:off x="3977146" y="77232"/>
            <a:ext cx="4237685" cy="22238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Основная</a:t>
            </a:r>
            <a:r>
              <a:rPr lang="ru-RU" sz="7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</a:p>
          <a:p>
            <a:pPr algn="ctr"/>
            <a:r>
              <a:rPr lang="ru-RU" sz="72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цель</a:t>
            </a:r>
            <a:endParaRPr lang="en-US" sz="72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966CF9C-9679-0AC8-3D2C-0E5B63947A52}"/>
              </a:ext>
            </a:extLst>
          </p:cNvPr>
          <p:cNvSpPr/>
          <p:nvPr/>
        </p:nvSpPr>
        <p:spPr>
          <a:xfrm>
            <a:off x="8137003" y="-1290996"/>
            <a:ext cx="2622695" cy="2581991"/>
          </a:xfrm>
          <a:prstGeom prst="ellipse">
            <a:avLst/>
          </a:prstGeom>
          <a:solidFill>
            <a:schemeClr val="bg1"/>
          </a:solidFill>
          <a:ln w="1587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2388F656-58CC-0CBF-8DB1-126BB202E584}"/>
              </a:ext>
            </a:extLst>
          </p:cNvPr>
          <p:cNvSpPr txBox="1">
            <a:spLocks/>
          </p:cNvSpPr>
          <p:nvPr/>
        </p:nvSpPr>
        <p:spPr>
          <a:xfrm>
            <a:off x="3417463" y="2877643"/>
            <a:ext cx="5357052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2D-платформера, направленного на развитие логического мышления, базовых математических навыков и знаний об окружающем мире у детей от 3 лет через интерактивные задания. 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27567D6D-34D2-73AD-BCCB-7D26729823EE}"/>
              </a:ext>
            </a:extLst>
          </p:cNvPr>
          <p:cNvGrpSpPr/>
          <p:nvPr/>
        </p:nvGrpSpPr>
        <p:grpSpPr>
          <a:xfrm>
            <a:off x="5762171" y="4886959"/>
            <a:ext cx="667658" cy="194381"/>
            <a:chOff x="5661390" y="4720530"/>
            <a:chExt cx="888259" cy="269592"/>
          </a:xfrm>
        </p:grpSpPr>
        <p:sp>
          <p:nvSpPr>
            <p:cNvPr id="14" name="Ромб 13">
              <a:extLst>
                <a:ext uri="{FF2B5EF4-FFF2-40B4-BE49-F238E27FC236}">
                  <a16:creationId xmlns:a16="http://schemas.microsoft.com/office/drawing/2014/main" id="{1AA6DA36-5E5A-2198-CB45-19FF6D668D87}"/>
                </a:ext>
              </a:extLst>
            </p:cNvPr>
            <p:cNvSpPr/>
            <p:nvPr/>
          </p:nvSpPr>
          <p:spPr>
            <a:xfrm>
              <a:off x="5973437" y="4720530"/>
              <a:ext cx="264165" cy="269592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77F1B6BB-B43B-95B1-94BE-4EF9F3E3E84B}"/>
                </a:ext>
              </a:extLst>
            </p:cNvPr>
            <p:cNvSpPr/>
            <p:nvPr/>
          </p:nvSpPr>
          <p:spPr>
            <a:xfrm>
              <a:off x="6403528" y="4785484"/>
              <a:ext cx="146121" cy="139683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Ромб 18">
              <a:extLst>
                <a:ext uri="{FF2B5EF4-FFF2-40B4-BE49-F238E27FC236}">
                  <a16:creationId xmlns:a16="http://schemas.microsoft.com/office/drawing/2014/main" id="{B110A8FF-651C-32FF-C638-4924F2F9FDBD}"/>
                </a:ext>
              </a:extLst>
            </p:cNvPr>
            <p:cNvSpPr/>
            <p:nvPr/>
          </p:nvSpPr>
          <p:spPr>
            <a:xfrm>
              <a:off x="5661390" y="4783497"/>
              <a:ext cx="146121" cy="139683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100D53D-681C-C561-A49B-2A84101557A4}"/>
              </a:ext>
            </a:extLst>
          </p:cNvPr>
          <p:cNvGrpSpPr/>
          <p:nvPr/>
        </p:nvGrpSpPr>
        <p:grpSpPr>
          <a:xfrm>
            <a:off x="11316094" y="-562963"/>
            <a:ext cx="1223650" cy="1125926"/>
            <a:chOff x="330201" y="5059680"/>
            <a:chExt cx="1223650" cy="1125926"/>
          </a:xfrm>
        </p:grpSpPr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ACAACFDD-FB08-732B-C1A8-8F48CE039C98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5827186C-53C1-1B62-84A7-A48E46843394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C9523268-6379-6E1D-36F7-9955B2AF973E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8F9DC4F8-B4CD-DD73-F325-ADF2C781403C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2D1A81C0-91EF-0BA7-1324-10009E24B2EF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FE063C35-BA1C-52BA-797D-CF5AB3DE65D9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CACEDC6E-67A5-B5B4-5555-7713FAEAA902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950B0025-8E6C-7BE7-1B1F-12704F2BCF00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CEFED5B0-7FA5-2F8B-08AA-DF959C9BA0D4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73D681B8-79CF-F956-A327-0D1B75E541C9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BCF3881D-B7CC-086C-F5C5-69C5DA6BFC4D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0979FAEB-F68F-4AF8-96C9-9A3534A742C9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CA4C3A04-E29F-F2C6-2074-BCD1240B7200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34EF8C9E-D219-7472-80D8-D8D295F9DA73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E5F783F3-B405-B303-9827-18706A204ABF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E9FADB74-8739-1765-0969-3CA9135A6139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3AF6F3D6-4082-32FE-392E-EF38E2E602FE}"/>
              </a:ext>
            </a:extLst>
          </p:cNvPr>
          <p:cNvSpPr/>
          <p:nvPr/>
        </p:nvSpPr>
        <p:spPr>
          <a:xfrm>
            <a:off x="9427582" y="-1385776"/>
            <a:ext cx="1542745" cy="323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B0E72BE8-3406-6322-316B-421732CD63CA}"/>
              </a:ext>
            </a:extLst>
          </p:cNvPr>
          <p:cNvGrpSpPr/>
          <p:nvPr/>
        </p:nvGrpSpPr>
        <p:grpSpPr>
          <a:xfrm>
            <a:off x="157481" y="5732074"/>
            <a:ext cx="1223650" cy="1125926"/>
            <a:chOff x="330201" y="5059680"/>
            <a:chExt cx="1223650" cy="1125926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4ED5C8A-7FB6-537D-C9EF-14A603713231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CD6DC6B-FB99-6D81-A6AA-B4FBC002CCFB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C743EBE0-5BED-BDE1-1594-AEE88F148C97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1D25D27-8FC2-9F39-32AD-182D1A15E0D0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C77DD51C-6906-FED2-0507-4F1298AEFBC6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E68ACFEB-D6FC-6162-1777-0B8E1255993E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3A3B021-57DE-6EF2-E43D-940B2FAA69EB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3BCB6022-1B77-B84C-9429-87BF9773BB08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FCC6A0B8-C465-961E-09AC-454ACBF9D79D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AD398EDF-B93F-89A7-512F-F82048AEC2C4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53A8781B-808E-354B-8F1A-79154674548E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5750220F-656B-0AEA-3CF2-917383E30CDD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00B70C68-7C19-E85B-E5B7-56DAA91E6F88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26427C4B-8685-C557-2F8D-D965E0A92CE7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F2B02A78-FAFD-F767-E7D3-7BC14324490D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E106BCDD-24AB-2B85-7123-15597380B4B0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9926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77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1051B19D-8E18-205A-C4C5-CD471CF90D83}"/>
              </a:ext>
            </a:extLst>
          </p:cNvPr>
          <p:cNvSpPr/>
          <p:nvPr/>
        </p:nvSpPr>
        <p:spPr>
          <a:xfrm>
            <a:off x="9772772" y="3691326"/>
            <a:ext cx="1861814" cy="2351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1057A66D-4F32-47A5-1976-AE442AB4ED59}"/>
              </a:ext>
            </a:extLst>
          </p:cNvPr>
          <p:cNvSpPr/>
          <p:nvPr/>
        </p:nvSpPr>
        <p:spPr>
          <a:xfrm>
            <a:off x="7425004" y="3715479"/>
            <a:ext cx="1861814" cy="2351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B04172E-1AF3-9237-5B61-A254AA0A1D7A}"/>
              </a:ext>
            </a:extLst>
          </p:cNvPr>
          <p:cNvSpPr/>
          <p:nvPr/>
        </p:nvSpPr>
        <p:spPr>
          <a:xfrm>
            <a:off x="5028748" y="3738292"/>
            <a:ext cx="1861814" cy="2351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9BABBF8-808B-3ECE-C091-78321A535B46}"/>
              </a:ext>
            </a:extLst>
          </p:cNvPr>
          <p:cNvSpPr/>
          <p:nvPr/>
        </p:nvSpPr>
        <p:spPr>
          <a:xfrm>
            <a:off x="2682893" y="3738293"/>
            <a:ext cx="1861814" cy="2351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2937FAD-CBCE-C061-F085-0D2E4B542471}"/>
              </a:ext>
            </a:extLst>
          </p:cNvPr>
          <p:cNvSpPr/>
          <p:nvPr/>
        </p:nvSpPr>
        <p:spPr>
          <a:xfrm>
            <a:off x="362093" y="3738293"/>
            <a:ext cx="1861814" cy="2351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A0BCC77-391E-DE36-9AAD-05EC981C1485}"/>
              </a:ext>
            </a:extLst>
          </p:cNvPr>
          <p:cNvGrpSpPr/>
          <p:nvPr/>
        </p:nvGrpSpPr>
        <p:grpSpPr>
          <a:xfrm>
            <a:off x="-289559" y="5935274"/>
            <a:ext cx="1223650" cy="1125926"/>
            <a:chOff x="330201" y="5059680"/>
            <a:chExt cx="1223650" cy="1125926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EE05B2F0-5685-1ED1-BA34-5CAA651273E7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1516D761-170C-B894-0A52-3DE1B6C65082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9BB5046D-B56A-7633-3404-62D2E8E512F4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5F794DE-D65D-33FC-582A-34EC5318AE0A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DA3664D7-17B7-3C51-2839-4B0247F28968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F44E6CA-DA4F-8F23-5E98-83052D2A611C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82A8876B-CF3D-4437-B6A9-ACB7E4545495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97A3221-A303-3F83-31A2-8FFF9D640B23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AE0DBBF-33EF-7F2A-12DE-1854BEA829A2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00FD43-0593-1D51-4791-B990C278CFB2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96244F17-AE29-06E8-1BCF-71998DABFDAF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76CC0DE2-6E8E-D0D8-A309-48FC8250E909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BA9BCABC-DA63-65C5-C8C9-B61C4FFEA132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71DDC421-2AA8-9492-92F0-BAFF07E17BAB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D2E2AD34-5327-8005-5D25-833DCD5154F0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0BACAFE-3F1C-FC29-7E49-DE69C2165D6C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Овал 51">
            <a:extLst>
              <a:ext uri="{FF2B5EF4-FFF2-40B4-BE49-F238E27FC236}">
                <a16:creationId xmlns:a16="http://schemas.microsoft.com/office/drawing/2014/main" id="{AE653389-5A8F-D9FE-2A7E-388EF3386B61}"/>
              </a:ext>
            </a:extLst>
          </p:cNvPr>
          <p:cNvSpPr/>
          <p:nvPr/>
        </p:nvSpPr>
        <p:spPr>
          <a:xfrm>
            <a:off x="2698672" y="2612061"/>
            <a:ext cx="1852637" cy="1784877"/>
          </a:xfrm>
          <a:prstGeom prst="ellipse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6974249A-3829-8D96-B9A4-9A67327CBEB1}"/>
              </a:ext>
            </a:extLst>
          </p:cNvPr>
          <p:cNvSpPr/>
          <p:nvPr/>
        </p:nvSpPr>
        <p:spPr>
          <a:xfrm>
            <a:off x="2802695" y="2767518"/>
            <a:ext cx="1612408" cy="148227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Мирзоян М.Ф.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39BB603E-CA1E-73C7-BFCE-5413CAC5685F}"/>
              </a:ext>
            </a:extLst>
          </p:cNvPr>
          <p:cNvSpPr/>
          <p:nvPr/>
        </p:nvSpPr>
        <p:spPr>
          <a:xfrm>
            <a:off x="374571" y="2616218"/>
            <a:ext cx="1852637" cy="1784877"/>
          </a:xfrm>
          <a:prstGeom prst="ellipse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33BE4634-6BDF-76BC-F8E5-FD0EC313565D}"/>
              </a:ext>
            </a:extLst>
          </p:cNvPr>
          <p:cNvSpPr/>
          <p:nvPr/>
        </p:nvSpPr>
        <p:spPr>
          <a:xfrm>
            <a:off x="495091" y="2767518"/>
            <a:ext cx="1567389" cy="148227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Саргсян Е.А.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ED72DA2F-7F5A-80D3-2D90-F14C3FD727BD}"/>
              </a:ext>
            </a:extLst>
          </p:cNvPr>
          <p:cNvSpPr/>
          <p:nvPr/>
        </p:nvSpPr>
        <p:spPr>
          <a:xfrm>
            <a:off x="5037925" y="2612062"/>
            <a:ext cx="1852637" cy="1784877"/>
          </a:xfrm>
          <a:prstGeom prst="ellipse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C5D04800-ABE4-CEEC-DF4E-A203A14EE3BB}"/>
              </a:ext>
            </a:extLst>
          </p:cNvPr>
          <p:cNvSpPr/>
          <p:nvPr/>
        </p:nvSpPr>
        <p:spPr>
          <a:xfrm>
            <a:off x="5153451" y="2767518"/>
            <a:ext cx="1612408" cy="148227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Гармаш Д.И.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ABB31DC6-F8C6-E817-8D9C-180357ED4A8B}"/>
              </a:ext>
            </a:extLst>
          </p:cNvPr>
          <p:cNvSpPr/>
          <p:nvPr/>
        </p:nvSpPr>
        <p:spPr>
          <a:xfrm>
            <a:off x="7396896" y="2612063"/>
            <a:ext cx="1852637" cy="1784877"/>
          </a:xfrm>
          <a:prstGeom prst="ellipse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C7DC42E9-9B31-CD2F-B86E-84ED5B441CA2}"/>
              </a:ext>
            </a:extLst>
          </p:cNvPr>
          <p:cNvSpPr/>
          <p:nvPr/>
        </p:nvSpPr>
        <p:spPr>
          <a:xfrm>
            <a:off x="9739563" y="2620372"/>
            <a:ext cx="1852637" cy="1784877"/>
          </a:xfrm>
          <a:prstGeom prst="ellipse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57DCEED8-1044-B9DD-8BB3-75D1429C547C}"/>
              </a:ext>
            </a:extLst>
          </p:cNvPr>
          <p:cNvSpPr/>
          <p:nvPr/>
        </p:nvSpPr>
        <p:spPr>
          <a:xfrm>
            <a:off x="7517011" y="2759209"/>
            <a:ext cx="1612408" cy="149058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Деняк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Д.Е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8E6EBA69-CC7B-D2EC-15C0-5ACE656D2125}"/>
              </a:ext>
            </a:extLst>
          </p:cNvPr>
          <p:cNvSpPr/>
          <p:nvPr/>
        </p:nvSpPr>
        <p:spPr>
          <a:xfrm>
            <a:off x="9859678" y="2767518"/>
            <a:ext cx="1612408" cy="149058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Харламов Н.М.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990CF01F-1464-544C-BFA1-2018ED0E9B03}"/>
              </a:ext>
            </a:extLst>
          </p:cNvPr>
          <p:cNvSpPr/>
          <p:nvPr/>
        </p:nvSpPr>
        <p:spPr>
          <a:xfrm>
            <a:off x="-488229" y="431154"/>
            <a:ext cx="1351200" cy="172103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9C1A572D-FDBA-DC5A-35DB-C20991153FFB}"/>
              </a:ext>
            </a:extLst>
          </p:cNvPr>
          <p:cNvSpPr/>
          <p:nvPr/>
        </p:nvSpPr>
        <p:spPr>
          <a:xfrm>
            <a:off x="11169407" y="441443"/>
            <a:ext cx="1351200" cy="172103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86373F7-6087-C2AF-CAB0-353B3CF8F4EE}"/>
              </a:ext>
            </a:extLst>
          </p:cNvPr>
          <p:cNvSpPr/>
          <p:nvPr/>
        </p:nvSpPr>
        <p:spPr>
          <a:xfrm>
            <a:off x="0" y="710526"/>
            <a:ext cx="12197079" cy="110468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400" b="1" dirty="0">
                <a:latin typeface="Bahnschrift Condensed" panose="020B0502040204020203" pitchFamily="34" charset="0"/>
              </a:rPr>
              <a:t>Участники проекта</a:t>
            </a:r>
            <a:endParaRPr lang="en-US" sz="2400" b="1" dirty="0">
              <a:latin typeface="Bahnschrift Condensed" panose="020B0502040204020203" pitchFamily="34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686FF9B8-42FB-F217-E405-D17CFE920F35}"/>
              </a:ext>
            </a:extLst>
          </p:cNvPr>
          <p:cNvGrpSpPr/>
          <p:nvPr/>
        </p:nvGrpSpPr>
        <p:grpSpPr>
          <a:xfrm>
            <a:off x="9403081" y="-179047"/>
            <a:ext cx="1223650" cy="1125926"/>
            <a:chOff x="330201" y="5059680"/>
            <a:chExt cx="1223650" cy="1125926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230BF6A7-07FB-B9AF-6913-8367FFDA8E0F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DA0C73E1-20E1-B123-561B-4BBB2954ADD0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7BA4831-9594-DBBA-749E-B43408D8A33D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F5A61F10-D582-099D-BA45-8FDC89B922A6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D3C02500-6572-F083-A1D4-518FCFA30EB6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6B00929B-8D97-EFD2-1B76-BE21D241BFEA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A72920B4-2F14-204B-D328-489E61B36CE1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94D1193B-7FF2-5C74-19DF-519AD3342A12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DEF6DD56-015B-0CA9-CF33-03797FA67D15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BF0551A1-08D6-FEB8-5998-5118B343CF20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55941E-9B87-C508-7079-447A7F45EF61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95327CA-1D44-1CC6-A568-F24F6BFC61E6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742C5E5-DD4D-A854-CF85-145B1F53CDB0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8AD858CF-BB6E-82A8-8ECF-7BCB3CA67F70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359227-1DDB-A98B-4A1B-E22CCA9747B6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D463C00A-1F7E-EC15-507C-A409E1A63AAB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Текст 2">
            <a:extLst>
              <a:ext uri="{FF2B5EF4-FFF2-40B4-BE49-F238E27FC236}">
                <a16:creationId xmlns:a16="http://schemas.microsoft.com/office/drawing/2014/main" id="{7E31AB1C-441E-0980-0C79-6829D293FC0E}"/>
              </a:ext>
            </a:extLst>
          </p:cNvPr>
          <p:cNvSpPr txBox="1">
            <a:spLocks/>
          </p:cNvSpPr>
          <p:nvPr/>
        </p:nvSpPr>
        <p:spPr>
          <a:xfrm>
            <a:off x="377791" y="4552395"/>
            <a:ext cx="1801987" cy="1400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проекта 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20E7FD-3D23-0A8C-3C26-314B38B46E8C}"/>
              </a:ext>
            </a:extLst>
          </p:cNvPr>
          <p:cNvSpPr txBox="1">
            <a:spLocks/>
          </p:cNvSpPr>
          <p:nvPr/>
        </p:nvSpPr>
        <p:spPr>
          <a:xfrm>
            <a:off x="2707948" y="4552395"/>
            <a:ext cx="1801987" cy="1400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Письменная часть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Текст 2">
            <a:extLst>
              <a:ext uri="{FF2B5EF4-FFF2-40B4-BE49-F238E27FC236}">
                <a16:creationId xmlns:a16="http://schemas.microsoft.com/office/drawing/2014/main" id="{1470875D-3539-8DF3-D8E8-29EA3A452E26}"/>
              </a:ext>
            </a:extLst>
          </p:cNvPr>
          <p:cNvSpPr txBox="1">
            <a:spLocks/>
          </p:cNvSpPr>
          <p:nvPr/>
        </p:nvSpPr>
        <p:spPr>
          <a:xfrm>
            <a:off x="5058661" y="4552395"/>
            <a:ext cx="1801987" cy="1400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написание кода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Текст 2">
            <a:extLst>
              <a:ext uri="{FF2B5EF4-FFF2-40B4-BE49-F238E27FC236}">
                <a16:creationId xmlns:a16="http://schemas.microsoft.com/office/drawing/2014/main" id="{C32D5631-2E94-E512-59FA-99706759AB40}"/>
              </a:ext>
            </a:extLst>
          </p:cNvPr>
          <p:cNvSpPr txBox="1">
            <a:spLocks/>
          </p:cNvSpPr>
          <p:nvPr/>
        </p:nvSpPr>
        <p:spPr>
          <a:xfrm>
            <a:off x="7454917" y="4552395"/>
            <a:ext cx="1801987" cy="1400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написание кода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DF49399A-7B01-1AA7-E0B3-874439F00DB4}"/>
              </a:ext>
            </a:extLst>
          </p:cNvPr>
          <p:cNvSpPr txBox="1">
            <a:spLocks/>
          </p:cNvSpPr>
          <p:nvPr/>
        </p:nvSpPr>
        <p:spPr>
          <a:xfrm>
            <a:off x="9805611" y="4552395"/>
            <a:ext cx="1801987" cy="1400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написание кода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362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77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Овал 40">
            <a:extLst>
              <a:ext uri="{FF2B5EF4-FFF2-40B4-BE49-F238E27FC236}">
                <a16:creationId xmlns:a16="http://schemas.microsoft.com/office/drawing/2014/main" id="{7A60F2EB-A5E1-3BE6-8FD9-0168EFDD698E}"/>
              </a:ext>
            </a:extLst>
          </p:cNvPr>
          <p:cNvSpPr/>
          <p:nvPr/>
        </p:nvSpPr>
        <p:spPr>
          <a:xfrm>
            <a:off x="6672972" y="-1160367"/>
            <a:ext cx="2622695" cy="2581991"/>
          </a:xfrm>
          <a:prstGeom prst="ellipse">
            <a:avLst/>
          </a:prstGeom>
          <a:solidFill>
            <a:schemeClr val="bg1"/>
          </a:solidFill>
          <a:ln w="1587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051167D-3E49-9C86-7DB8-39ADA6DC8B48}"/>
              </a:ext>
            </a:extLst>
          </p:cNvPr>
          <p:cNvSpPr/>
          <p:nvPr/>
        </p:nvSpPr>
        <p:spPr>
          <a:xfrm>
            <a:off x="-546755" y="241487"/>
            <a:ext cx="1493637" cy="17914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B72AC9-6CC0-CF95-63FD-D18BEC7D1390}"/>
              </a:ext>
            </a:extLst>
          </p:cNvPr>
          <p:cNvSpPr/>
          <p:nvPr/>
        </p:nvSpPr>
        <p:spPr>
          <a:xfrm>
            <a:off x="8194876" y="0"/>
            <a:ext cx="399712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E10329A4-5847-6D06-4F7F-D31D4C143902}"/>
              </a:ext>
            </a:extLst>
          </p:cNvPr>
          <p:cNvGrpSpPr/>
          <p:nvPr/>
        </p:nvGrpSpPr>
        <p:grpSpPr>
          <a:xfrm>
            <a:off x="10841532" y="130628"/>
            <a:ext cx="1223650" cy="1816002"/>
            <a:chOff x="10841532" y="907021"/>
            <a:chExt cx="1223650" cy="1816002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0C7BBB28-42DB-B347-7796-A0B877E278F2}"/>
                </a:ext>
              </a:extLst>
            </p:cNvPr>
            <p:cNvGrpSpPr/>
            <p:nvPr/>
          </p:nvGrpSpPr>
          <p:grpSpPr>
            <a:xfrm>
              <a:off x="10841532" y="907021"/>
              <a:ext cx="1223650" cy="1125926"/>
              <a:chOff x="330201" y="5059680"/>
              <a:chExt cx="1223650" cy="1125926"/>
            </a:xfrm>
          </p:grpSpPr>
          <p:sp>
            <p:nvSpPr>
              <p:cNvPr id="4" name="Овал 3">
                <a:extLst>
                  <a:ext uri="{FF2B5EF4-FFF2-40B4-BE49-F238E27FC236}">
                    <a16:creationId xmlns:a16="http://schemas.microsoft.com/office/drawing/2014/main" id="{7E33BBCE-E73A-404C-6C8A-EA02D7A847B0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8A0B701D-E02A-C99B-CC37-F5289BEF5CBC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3F6CAFEC-CAE7-F7FA-A872-8F21D73437CD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235FDC3E-EC03-55D8-EEC4-D96311B550F2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BF7211BB-AB5B-5B15-9BE4-E9644789D4F4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DB9DE5CA-C872-7980-E873-39531FE6E70C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A0338E17-6E80-11A7-3115-8817ABC1B6E5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A7C4E29-1581-893E-FDA1-A7E44EE85DB9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ABB4C454-DF68-067B-4B4F-B9C26525AC2F}"/>
                  </a:ext>
                </a:extLst>
              </p:cNvPr>
              <p:cNvSpPr/>
              <p:nvPr/>
            </p:nvSpPr>
            <p:spPr>
              <a:xfrm>
                <a:off x="141161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D4EDF5C1-D691-F156-2EF6-530763A255E8}"/>
                  </a:ext>
                </a:extLst>
              </p:cNvPr>
              <p:cNvSpPr/>
              <p:nvPr/>
            </p:nvSpPr>
            <p:spPr>
              <a:xfrm>
                <a:off x="69067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18A89113-E916-4404-76BC-649BDA3E0375}"/>
                  </a:ext>
                </a:extLst>
              </p:cNvPr>
              <p:cNvSpPr/>
              <p:nvPr/>
            </p:nvSpPr>
            <p:spPr>
              <a:xfrm>
                <a:off x="33020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01734549-F866-584D-EF5B-A2BE7E0F423D}"/>
                  </a:ext>
                </a:extLst>
              </p:cNvPr>
              <p:cNvSpPr/>
              <p:nvPr/>
            </p:nvSpPr>
            <p:spPr>
              <a:xfrm>
                <a:off x="105114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2F9A1BE0-EC0C-5DE2-0D21-B0D804351B4B}"/>
                  </a:ext>
                </a:extLst>
              </p:cNvPr>
              <p:cNvSpPr/>
              <p:nvPr/>
            </p:nvSpPr>
            <p:spPr>
              <a:xfrm>
                <a:off x="141161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D61C71AE-7499-8048-8FB0-2C24C84F10F7}"/>
                  </a:ext>
                </a:extLst>
              </p:cNvPr>
              <p:cNvSpPr/>
              <p:nvPr/>
            </p:nvSpPr>
            <p:spPr>
              <a:xfrm>
                <a:off x="1074426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A2DDEC7A-C69B-1263-BF4A-8AF669256D55}"/>
                  </a:ext>
                </a:extLst>
              </p:cNvPr>
              <p:cNvSpPr/>
              <p:nvPr/>
            </p:nvSpPr>
            <p:spPr>
              <a:xfrm>
                <a:off x="33020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EEDC23C9-6C82-919A-C9A7-6921C129D4A2}"/>
                  </a:ext>
                </a:extLst>
              </p:cNvPr>
              <p:cNvSpPr/>
              <p:nvPr/>
            </p:nvSpPr>
            <p:spPr>
              <a:xfrm>
                <a:off x="702313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09988315-2823-7201-85C6-49C7CF186FC9}"/>
                </a:ext>
              </a:extLst>
            </p:cNvPr>
            <p:cNvGrpSpPr/>
            <p:nvPr/>
          </p:nvGrpSpPr>
          <p:grpSpPr>
            <a:xfrm>
              <a:off x="10843155" y="2259661"/>
              <a:ext cx="1222027" cy="463362"/>
              <a:chOff x="331824" y="5059680"/>
              <a:chExt cx="1222027" cy="463362"/>
            </a:xfrm>
          </p:grpSpPr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DB9319CA-668D-523C-65AB-53B72D7D88A7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3D8FFB4F-B3F0-9096-6ED5-FF7A59F89DD1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533E2E38-33E2-792B-6957-8CA572A97E59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4BB704D2-A639-EBA0-73F4-433868CF64FB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21864FA5-A09B-0B6C-FE34-8B565C8B56A8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E7649724-C1F7-240D-9A0C-354A523C0F65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8878B526-E617-725E-1B94-C8F8A67DE762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636CE2A1-29DB-E1C1-B1AA-D70DC90BAE33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" name="Блок-схема: альтернативный процесс 36">
            <a:extLst>
              <a:ext uri="{FF2B5EF4-FFF2-40B4-BE49-F238E27FC236}">
                <a16:creationId xmlns:a16="http://schemas.microsoft.com/office/drawing/2014/main" id="{7403C315-8759-F00A-771D-2CE77AADEC72}"/>
              </a:ext>
            </a:extLst>
          </p:cNvPr>
          <p:cNvSpPr/>
          <p:nvPr/>
        </p:nvSpPr>
        <p:spPr>
          <a:xfrm>
            <a:off x="-546755" y="519242"/>
            <a:ext cx="5763498" cy="1295332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Ромб 37">
            <a:extLst>
              <a:ext uri="{FF2B5EF4-FFF2-40B4-BE49-F238E27FC236}">
                <a16:creationId xmlns:a16="http://schemas.microsoft.com/office/drawing/2014/main" id="{C8EDC7E8-56B2-3852-E04E-11152FDC4BF4}"/>
              </a:ext>
            </a:extLst>
          </p:cNvPr>
          <p:cNvSpPr/>
          <p:nvPr/>
        </p:nvSpPr>
        <p:spPr>
          <a:xfrm>
            <a:off x="734515" y="2774066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97778DED-D177-5B7C-A7A5-7F9D37FAFCB4}"/>
              </a:ext>
            </a:extLst>
          </p:cNvPr>
          <p:cNvSpPr txBox="1">
            <a:spLocks/>
          </p:cNvSpPr>
          <p:nvPr/>
        </p:nvSpPr>
        <p:spPr>
          <a:xfrm>
            <a:off x="126818" y="875514"/>
            <a:ext cx="4845377" cy="4948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Times New Roman" panose="02020603050405020304" pitchFamily="18" charset="0"/>
              </a:rPr>
              <a:t>Преимущества нашего проекта </a:t>
            </a:r>
            <a:endParaRPr lang="en-US" sz="4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0" name="Текст 2">
            <a:extLst>
              <a:ext uri="{FF2B5EF4-FFF2-40B4-BE49-F238E27FC236}">
                <a16:creationId xmlns:a16="http://schemas.microsoft.com/office/drawing/2014/main" id="{97AD7C3A-6532-3E34-3CFF-B242163FF814}"/>
              </a:ext>
            </a:extLst>
          </p:cNvPr>
          <p:cNvSpPr txBox="1">
            <a:spLocks/>
          </p:cNvSpPr>
          <p:nvPr/>
        </p:nvSpPr>
        <p:spPr>
          <a:xfrm>
            <a:off x="1355717" y="2711227"/>
            <a:ext cx="4089927" cy="613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Простота управления 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390E868-BB68-AC69-D13E-81A9FDC4ED38}"/>
              </a:ext>
            </a:extLst>
          </p:cNvPr>
          <p:cNvSpPr txBox="1">
            <a:spLocks/>
          </p:cNvSpPr>
          <p:nvPr/>
        </p:nvSpPr>
        <p:spPr>
          <a:xfrm>
            <a:off x="1355717" y="3874393"/>
            <a:ext cx="5763499" cy="613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Адаптация заданий для дошкольников 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8E8320-63DC-DCC3-D9F1-F45D340CCD97}"/>
              </a:ext>
            </a:extLst>
          </p:cNvPr>
          <p:cNvSpPr txBox="1"/>
          <p:nvPr/>
        </p:nvSpPr>
        <p:spPr>
          <a:xfrm>
            <a:off x="1355717" y="4974711"/>
            <a:ext cx="6273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Два уникальных игровых мира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4" name="Ромб 33">
            <a:extLst>
              <a:ext uri="{FF2B5EF4-FFF2-40B4-BE49-F238E27FC236}">
                <a16:creationId xmlns:a16="http://schemas.microsoft.com/office/drawing/2014/main" id="{F1327A1A-8379-72B5-E3AE-A655F36319A2}"/>
              </a:ext>
            </a:extLst>
          </p:cNvPr>
          <p:cNvSpPr/>
          <p:nvPr/>
        </p:nvSpPr>
        <p:spPr>
          <a:xfrm>
            <a:off x="734516" y="3925988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Ромб 34">
            <a:extLst>
              <a:ext uri="{FF2B5EF4-FFF2-40B4-BE49-F238E27FC236}">
                <a16:creationId xmlns:a16="http://schemas.microsoft.com/office/drawing/2014/main" id="{4DAE4000-2EB0-7278-52E2-8C240161CEF5}"/>
              </a:ext>
            </a:extLst>
          </p:cNvPr>
          <p:cNvSpPr/>
          <p:nvPr/>
        </p:nvSpPr>
        <p:spPr>
          <a:xfrm>
            <a:off x="734515" y="5077910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31292AC-FFEC-5279-4942-7314AFF935D0}"/>
              </a:ext>
            </a:extLst>
          </p:cNvPr>
          <p:cNvSpPr/>
          <p:nvPr/>
        </p:nvSpPr>
        <p:spPr>
          <a:xfrm rot="16200000">
            <a:off x="8149145" y="5636901"/>
            <a:ext cx="1249052" cy="11931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05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ADD79A-2DCD-7CB6-655D-006658B8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25" r="7834"/>
          <a:stretch/>
        </p:blipFill>
        <p:spPr>
          <a:xfrm>
            <a:off x="445860" y="819150"/>
            <a:ext cx="5769205" cy="52197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8627DC-BC3D-69A9-67B2-7A1C7C6A8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65" y="771525"/>
            <a:ext cx="5248275" cy="5314950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B7587CE-406C-410C-6230-D02E61C8FF74}"/>
              </a:ext>
            </a:extLst>
          </p:cNvPr>
          <p:cNvGrpSpPr/>
          <p:nvPr/>
        </p:nvGrpSpPr>
        <p:grpSpPr>
          <a:xfrm>
            <a:off x="10874082" y="5936818"/>
            <a:ext cx="1223650" cy="1125926"/>
            <a:chOff x="330201" y="5059680"/>
            <a:chExt cx="1223650" cy="1125926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8689D3D-C042-4005-D376-493CD822CDB5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FB8E753E-26E0-E954-83FE-3B38C6C562C6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80FE6CF-1C35-2EA2-BE2F-1D43CBC7035E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3F048BF-09C4-0E2F-2F55-0EBFD009DC35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9129E0E-5B73-D7A6-B7BD-5CBE6594E668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276C9689-A5E8-FC5D-94D9-D2BC4093D5FF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333E8490-8DB2-8F11-FEFB-53FE740D1674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6FF0E851-F100-048E-8F9D-1F0803547DA1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34FD8C1C-8549-7BEB-5AA8-803D28BE7677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C654E6DB-4E76-F837-C8AF-77849CEF8A72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5F22408-A4F9-9D7B-5669-6D44EB8873F3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DE415DD9-9CFD-6B94-ECDA-F8C2E0365A5E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62F8D939-37BC-64EE-49AA-030B228ED31E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8B73C089-7FC0-6EC2-2F2F-D43EDE112067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8E1AA6BD-865F-438C-2C84-34EC1CD161FC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604ED14F-2FB6-AC6A-7497-36BF519F8216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0E20C08-AA2C-A7E6-294E-A2E1E9EBC085}"/>
              </a:ext>
            </a:extLst>
          </p:cNvPr>
          <p:cNvGrpSpPr/>
          <p:nvPr/>
        </p:nvGrpSpPr>
        <p:grpSpPr>
          <a:xfrm>
            <a:off x="119774" y="-562963"/>
            <a:ext cx="1223650" cy="1125926"/>
            <a:chOff x="330201" y="5059680"/>
            <a:chExt cx="1223650" cy="1125926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C794402-3874-093F-A581-6E6F74C22A6C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D9FB9BE0-1F7C-BFE9-ED14-F48B4A50ACAF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7D27E0A-DABA-607A-F27C-C102D298866C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4E18D2C0-C68F-6CDE-B107-B8C8869BB8B8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467BF1F7-E928-A812-4D2A-2E40A1EECE61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B488963B-5D3D-6945-1196-8B2F1767A2C1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E87402FA-D533-1E18-E59E-68A4F923EDCB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FDBE987D-B5E4-F87E-D813-E0929D255969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330379F2-0125-DD1D-277D-B2CC2F6DAF04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4BEC5B69-E7F1-6210-931D-F656F61F81A3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0EC00695-CBE5-33A1-2D17-A43FA326A795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846AFDC1-72A9-A2A1-5C55-45551E943246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3BD0176-AD79-2A4D-BD35-4CFCFE219E78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2CBD04C5-2E6C-CA13-5672-A6DCB28A706F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A2862EFA-4237-E36E-3ED3-9DBBA9EDC404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D7100FCA-00C7-5A62-FD52-958C0C0A784E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Овал 39">
            <a:extLst>
              <a:ext uri="{FF2B5EF4-FFF2-40B4-BE49-F238E27FC236}">
                <a16:creationId xmlns:a16="http://schemas.microsoft.com/office/drawing/2014/main" id="{0FAC98E1-7008-B491-C632-79E8FDB2E8B4}"/>
              </a:ext>
            </a:extLst>
          </p:cNvPr>
          <p:cNvSpPr/>
          <p:nvPr/>
        </p:nvSpPr>
        <p:spPr>
          <a:xfrm>
            <a:off x="-754144" y="5410986"/>
            <a:ext cx="2201511" cy="2081979"/>
          </a:xfrm>
          <a:prstGeom prst="ellipse">
            <a:avLst/>
          </a:prstGeom>
          <a:noFill/>
          <a:ln w="130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A5870FE1-C7EA-B5D6-BD40-1A894E81335E}"/>
              </a:ext>
            </a:extLst>
          </p:cNvPr>
          <p:cNvSpPr/>
          <p:nvPr/>
        </p:nvSpPr>
        <p:spPr>
          <a:xfrm>
            <a:off x="365526" y="6223403"/>
            <a:ext cx="2623426" cy="2539123"/>
          </a:xfrm>
          <a:prstGeom prst="ellipse">
            <a:avLst/>
          </a:prstGeom>
          <a:noFill/>
          <a:ln w="1301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213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9E886990-F577-6735-4A31-C3908DF50693}"/>
              </a:ext>
            </a:extLst>
          </p:cNvPr>
          <p:cNvSpPr/>
          <p:nvPr/>
        </p:nvSpPr>
        <p:spPr>
          <a:xfrm>
            <a:off x="1562582" y="4375230"/>
            <a:ext cx="5487051" cy="2164466"/>
          </a:xfrm>
          <a:prstGeom prst="roundRect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0E546C0-D8AC-5CE2-0F65-DC938CAA20F3}"/>
              </a:ext>
            </a:extLst>
          </p:cNvPr>
          <p:cNvSpPr/>
          <p:nvPr/>
        </p:nvSpPr>
        <p:spPr>
          <a:xfrm rot="16200000">
            <a:off x="862538" y="-774224"/>
            <a:ext cx="1334209" cy="146421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D6B671-2E00-6C2E-6A40-FC7FA1E67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47" t="24148" r="5096" b="4694"/>
          <a:stretch/>
        </p:blipFill>
        <p:spPr>
          <a:xfrm>
            <a:off x="7527795" y="1339394"/>
            <a:ext cx="3675782" cy="5024577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0606F32-8DB2-74BB-3609-5BEED6AEE174}"/>
              </a:ext>
            </a:extLst>
          </p:cNvPr>
          <p:cNvGrpSpPr/>
          <p:nvPr/>
        </p:nvGrpSpPr>
        <p:grpSpPr>
          <a:xfrm>
            <a:off x="-227466" y="6295037"/>
            <a:ext cx="1223650" cy="1125926"/>
            <a:chOff x="330201" y="5059680"/>
            <a:chExt cx="1223650" cy="1125926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14D165BF-4D06-A02D-5617-81BB42A29E8E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C0904EC-3E57-E94A-A81A-3EC46E9B43AA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00C4B5DD-72AD-14B9-A0EE-FD1B0398CC9C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E71CD6C6-A4CB-E300-65EC-15167D84DF40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AA26A3B3-5930-A9F7-9913-8C9E7AA34125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D50C490-B9BF-F52F-B386-6E19B4DC2923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42369DA6-8338-DA08-9015-506084E94B71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B2F876A6-A2C1-F60B-22D5-CCF844C99E45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497A1B55-3ADD-6079-53F8-710569C318DE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E9EC7463-A9B4-4554-CB68-C561E4975A61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95364E30-35AC-8C2D-02FE-8ADB6F585274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B9A06A83-1461-ADFF-7B7B-EE4E3FB737AF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EAEBB98E-9615-CB17-648A-158430011A08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9CD826BF-A513-D615-B60C-5D847566E2B0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1B1DB381-5940-DFDA-6690-CB8EF2D3FE23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B1CA3EC1-7E12-F109-9537-73ABA4F63C6B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8B4CE5AC-71E8-E2D0-80E3-B6D7C5DF91EB}"/>
              </a:ext>
            </a:extLst>
          </p:cNvPr>
          <p:cNvGrpSpPr/>
          <p:nvPr/>
        </p:nvGrpSpPr>
        <p:grpSpPr>
          <a:xfrm>
            <a:off x="10782638" y="-243795"/>
            <a:ext cx="1223650" cy="1125926"/>
            <a:chOff x="330201" y="5059680"/>
            <a:chExt cx="1223650" cy="1125926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BDBFA5F4-E0DF-8351-F6AE-6E1FC2637C34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FAF578E-47B7-82F6-8B9E-8940DC30F469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9D3E7BF1-8B9B-A5E8-A069-11C1F244700A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9008AF15-68DA-A1CC-EB5A-C700015303D9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E920DA38-D247-3301-A5BF-9B1AA3A941CB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44B2E870-8623-935A-2F5F-44E67CF0A0A2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90B416DC-4129-E706-A191-E9B6BAB44FF4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DD61B1D3-C09F-74E3-3E41-322105526DDA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079ACF88-D615-352C-F7AF-771AD6611A33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06A714AC-F978-6C06-E133-6C34C19DB5CA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61E63E3A-B54D-D6D0-7645-29940899D34B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EE7BF26C-E521-45AF-7F94-311D615F0C84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EC7BD26-FFE6-9962-65C2-080602324E94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199782F3-3FC2-5975-7E84-4ECF2D85C03C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1E25285F-4E75-35B3-7C33-6C1D81FF7B2F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6FC4214-AA92-BD7A-D1A4-E8BC4E2C4750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771B592-EEC2-46F5-B3F8-F8B180738CA5}"/>
              </a:ext>
            </a:extLst>
          </p:cNvPr>
          <p:cNvSpPr/>
          <p:nvPr/>
        </p:nvSpPr>
        <p:spPr>
          <a:xfrm rot="16200000">
            <a:off x="-277539" y="-532182"/>
            <a:ext cx="1603371" cy="177593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1273DE09-CB9B-5EEA-F540-54F5CD2538E8}"/>
              </a:ext>
            </a:extLst>
          </p:cNvPr>
          <p:cNvSpPr/>
          <p:nvPr/>
        </p:nvSpPr>
        <p:spPr>
          <a:xfrm>
            <a:off x="2261748" y="502341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2BA7C6-A333-AF16-7CC7-72F3CD940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3" t="38650" r="39817" b="14768"/>
          <a:stretch/>
        </p:blipFill>
        <p:spPr>
          <a:xfrm>
            <a:off x="2121486" y="2491449"/>
            <a:ext cx="1886674" cy="3194614"/>
          </a:xfrm>
          <a:prstGeom prst="rect">
            <a:avLst/>
          </a:prstGeom>
        </p:spPr>
      </p:pic>
      <p:sp>
        <p:nvSpPr>
          <p:cNvPr id="48" name="Овал 47">
            <a:extLst>
              <a:ext uri="{FF2B5EF4-FFF2-40B4-BE49-F238E27FC236}">
                <a16:creationId xmlns:a16="http://schemas.microsoft.com/office/drawing/2014/main" id="{CFFD044E-C5A5-51B1-7C14-448F467A93CF}"/>
              </a:ext>
            </a:extLst>
          </p:cNvPr>
          <p:cNvSpPr/>
          <p:nvPr/>
        </p:nvSpPr>
        <p:spPr>
          <a:xfrm>
            <a:off x="4566319" y="502341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554565-F1B6-5AFC-239A-87872870B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6" t="39662" r="39852" b="13755"/>
          <a:stretch/>
        </p:blipFill>
        <p:spPr>
          <a:xfrm>
            <a:off x="4486849" y="2491449"/>
            <a:ext cx="1826409" cy="31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0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02C2-A76A-878D-0EBF-4BC43876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A7532705-29A9-18C1-88B7-083AE1F1052D}"/>
              </a:ext>
            </a:extLst>
          </p:cNvPr>
          <p:cNvSpPr/>
          <p:nvPr/>
        </p:nvSpPr>
        <p:spPr>
          <a:xfrm>
            <a:off x="2096946" y="4247909"/>
            <a:ext cx="7998107" cy="2047128"/>
          </a:xfrm>
          <a:prstGeom prst="roundRect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FDE81F2-6F65-E7C6-EA46-8E3E6519D8E7}"/>
              </a:ext>
            </a:extLst>
          </p:cNvPr>
          <p:cNvSpPr/>
          <p:nvPr/>
        </p:nvSpPr>
        <p:spPr>
          <a:xfrm rot="16200000">
            <a:off x="862538" y="-774224"/>
            <a:ext cx="1334209" cy="146421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D073738-B96D-F5F3-602D-E1986139CD8E}"/>
              </a:ext>
            </a:extLst>
          </p:cNvPr>
          <p:cNvGrpSpPr/>
          <p:nvPr/>
        </p:nvGrpSpPr>
        <p:grpSpPr>
          <a:xfrm>
            <a:off x="-227466" y="6295037"/>
            <a:ext cx="1223650" cy="1125926"/>
            <a:chOff x="330201" y="5059680"/>
            <a:chExt cx="1223650" cy="1125926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2C8D2167-F372-1F76-9A8F-AD9653FB11BC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3AB0D8D7-6CB8-7B11-44DE-EC447F28ED07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64D088F-A343-6B7F-9614-069BCF5F6340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8BA1AB7E-94BF-3367-38AA-F5C2A44EABCB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43DF9690-EBC6-30DA-34EC-E8D81171DF4E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E4A7874B-B99D-2CDB-5EE7-EFB07E09249E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DA70D10-9521-16B0-0501-2144DD060643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8DC781E3-6449-4669-68CC-71A4C472E4CB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6F6A13FC-A1AB-AB5F-78C9-4826F1FC0853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B530E5A-51F6-2F37-45AE-69118BE968AD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ACE0B815-D8D8-0B08-4DFE-938D5D8EDB78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940B088-21EC-95A9-6AD4-D5ECD232E081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3EDA7178-480C-BA94-E79D-78DC0682B0C3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1E606DFB-F9A2-6A91-1AB6-08AF51C2D389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083BB43B-83E5-16C0-1C32-4A1E178C8FA0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5B26DCF-7191-8EB6-6D1E-422A3E88C195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ACE247D9-F59D-2159-85CE-C6FF12D79F4E}"/>
              </a:ext>
            </a:extLst>
          </p:cNvPr>
          <p:cNvGrpSpPr/>
          <p:nvPr/>
        </p:nvGrpSpPr>
        <p:grpSpPr>
          <a:xfrm>
            <a:off x="10782638" y="-243795"/>
            <a:ext cx="1223650" cy="1125926"/>
            <a:chOff x="330201" y="5059680"/>
            <a:chExt cx="1223650" cy="1125926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A9E9A1F5-BDB6-CD47-7DDE-1CB05DF24FE4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864A138B-D17D-8884-3E3C-95A1A0003B52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72A2F623-B4AF-A5AF-8C19-653734BB3970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C45CAFC5-C1A9-C767-DE94-FDBB83085E06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917F03E5-05F0-EB5D-24F1-99C4CE883473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91956126-665B-3856-DA41-28DAF96F19F1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D8D2F162-7425-2AD1-CEEE-ED1E1C776FF3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CF6E6C86-BF76-8EA3-76E5-94DED709E525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65B81210-4C70-5457-E9CD-3DB54E1267D3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B8C67914-5630-6FAF-1FF8-7156DC6509E9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664D840-7A8D-2299-86A1-03DFA199AC06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1A1DBF5A-E23E-5100-8A4D-6530D69E7895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865D1045-A86C-B847-4A91-61293C2AC2E4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21299EB-4681-F46F-CC95-FC45C9296179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EC55BD19-E584-14C3-B1C8-09CB4E4639E5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B24C2014-A8F8-B066-38D9-1E3DB3064828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DD9FFCF-5FE9-C7D2-E547-1FFA2C29154B}"/>
              </a:ext>
            </a:extLst>
          </p:cNvPr>
          <p:cNvSpPr/>
          <p:nvPr/>
        </p:nvSpPr>
        <p:spPr>
          <a:xfrm rot="16200000">
            <a:off x="-277539" y="-532182"/>
            <a:ext cx="1603371" cy="177593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A0B99C2D-C725-EEAA-974D-423AD2E3A24B}"/>
              </a:ext>
            </a:extLst>
          </p:cNvPr>
          <p:cNvSpPr/>
          <p:nvPr/>
        </p:nvSpPr>
        <p:spPr>
          <a:xfrm>
            <a:off x="2650619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48F18F3C-A89D-E85C-31ED-190905012B0A}"/>
              </a:ext>
            </a:extLst>
          </p:cNvPr>
          <p:cNvSpPr/>
          <p:nvPr/>
        </p:nvSpPr>
        <p:spPr>
          <a:xfrm>
            <a:off x="5251478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ACAFF25B-B5DE-42CD-DC46-0CB77FBFC4EF}"/>
              </a:ext>
            </a:extLst>
          </p:cNvPr>
          <p:cNvSpPr/>
          <p:nvPr/>
        </p:nvSpPr>
        <p:spPr>
          <a:xfrm>
            <a:off x="7852337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E98A60-FFA4-EDEB-6D8D-7FAFA3AB7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0" t="50000" r="33609" b="15819"/>
          <a:stretch/>
        </p:blipFill>
        <p:spPr>
          <a:xfrm>
            <a:off x="5280370" y="3116484"/>
            <a:ext cx="1826409" cy="2344147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0C7CB9CF-489F-5EAC-D76E-8102D6297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4" t="43207" r="38779" b="14093"/>
          <a:stretch/>
        </p:blipFill>
        <p:spPr>
          <a:xfrm>
            <a:off x="2187379" y="2664797"/>
            <a:ext cx="2494046" cy="2928396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62F245F0-0DF5-2F5B-CC9B-F2851F30E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99" t="39371" r="37866" b="14722"/>
          <a:stretch/>
        </p:blipFill>
        <p:spPr>
          <a:xfrm>
            <a:off x="7852337" y="2462516"/>
            <a:ext cx="1963772" cy="3148313"/>
          </a:xfrm>
          <a:prstGeom prst="rect">
            <a:avLst/>
          </a:prstGeom>
        </p:spPr>
      </p:pic>
      <p:sp>
        <p:nvSpPr>
          <p:cNvPr id="51" name="Блок-схема: альтернативный процесс 50">
            <a:extLst>
              <a:ext uri="{FF2B5EF4-FFF2-40B4-BE49-F238E27FC236}">
                <a16:creationId xmlns:a16="http://schemas.microsoft.com/office/drawing/2014/main" id="{D54F5022-38F5-AA9F-B6D3-E085E9BCEB61}"/>
              </a:ext>
            </a:extLst>
          </p:cNvPr>
          <p:cNvSpPr/>
          <p:nvPr/>
        </p:nvSpPr>
        <p:spPr>
          <a:xfrm>
            <a:off x="3070725" y="513432"/>
            <a:ext cx="5763498" cy="1295332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0A27679D-5B9D-E758-F221-F2742539F719}"/>
              </a:ext>
            </a:extLst>
          </p:cNvPr>
          <p:cNvSpPr txBox="1">
            <a:spLocks/>
          </p:cNvSpPr>
          <p:nvPr/>
        </p:nvSpPr>
        <p:spPr>
          <a:xfrm>
            <a:off x="3529785" y="624986"/>
            <a:ext cx="4845377" cy="10882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Times New Roman" panose="02020603050405020304" pitchFamily="18" charset="0"/>
              </a:rPr>
              <a:t>Второстепенные персонажи средневековья</a:t>
            </a:r>
            <a:endParaRPr lang="en-US" sz="4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98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B8FF-72BE-23E6-689C-7D4E65E3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C4CBA25-59B0-DDFA-1858-8D9488018BFF}"/>
              </a:ext>
            </a:extLst>
          </p:cNvPr>
          <p:cNvSpPr/>
          <p:nvPr/>
        </p:nvSpPr>
        <p:spPr>
          <a:xfrm>
            <a:off x="2096946" y="4247909"/>
            <a:ext cx="7998107" cy="2047128"/>
          </a:xfrm>
          <a:prstGeom prst="roundRect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647D6E9-0E99-D169-D3DD-06028E3DD0E3}"/>
              </a:ext>
            </a:extLst>
          </p:cNvPr>
          <p:cNvSpPr/>
          <p:nvPr/>
        </p:nvSpPr>
        <p:spPr>
          <a:xfrm rot="16200000">
            <a:off x="862538" y="-774224"/>
            <a:ext cx="1334209" cy="146421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F9F941D-17DF-050A-6E00-A6BE08D690B7}"/>
              </a:ext>
            </a:extLst>
          </p:cNvPr>
          <p:cNvGrpSpPr/>
          <p:nvPr/>
        </p:nvGrpSpPr>
        <p:grpSpPr>
          <a:xfrm>
            <a:off x="-227466" y="6295037"/>
            <a:ext cx="1223650" cy="1125926"/>
            <a:chOff x="330201" y="5059680"/>
            <a:chExt cx="1223650" cy="1125926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C9252433-45F7-71A0-EC70-8A881724D66F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02F0E7BA-CFF3-1C8C-98A8-9DF82015688F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70458A4F-7A1F-1A73-C764-7A8F239FADDB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CF605449-2CD9-6A43-8DD3-601E7B826911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1AB7E30-2F9D-8A77-A822-61D9A30C8619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2D3074D2-4D44-BDC2-ECB1-A0F9F897FDE9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25AFCB9-F37D-773A-EE0A-AC26EE897367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2260011A-834D-2F6E-C507-80CE80FD51D2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68E94389-DCB0-C3BC-6A4C-ACA09025F357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ABE50FA-0C36-87FF-6A5C-DFCFB8737211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B24B20EE-D02D-39FC-1140-D9B90DE2506D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160772A-8D6B-DE42-5CB3-F959E0CF783F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3FE42645-D90E-D349-C03F-EA9C05A16E81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494DFF86-8055-7D2C-B29F-6D8211E408B8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0140F493-9B54-1BFB-11B9-E2163A4DD99E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453AF28-C795-9E35-7F88-9572CF873166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5BD8729-4BAD-2DB7-1305-461850027BF6}"/>
              </a:ext>
            </a:extLst>
          </p:cNvPr>
          <p:cNvGrpSpPr/>
          <p:nvPr/>
        </p:nvGrpSpPr>
        <p:grpSpPr>
          <a:xfrm>
            <a:off x="10782638" y="-243795"/>
            <a:ext cx="1223650" cy="1125926"/>
            <a:chOff x="330201" y="5059680"/>
            <a:chExt cx="1223650" cy="1125926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35F4989A-3792-77DC-05EA-3255112F3973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3BA77616-AD18-73D2-E1BA-D753C2FB9A44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FCC8352D-ACA0-B980-63E1-E8AFCCA7528A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3E310C86-1FB2-4740-3CA6-C081FF607E4B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65F3845C-21A3-7F57-7CDD-0F9490E84732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F44AC211-981F-77B4-706F-AF542F82F06B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F6FA809C-F558-8976-CE7D-133325EA8F7E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0ECEEC8-8A4D-A383-8B35-5A0C24CB03D0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D67A485B-CADF-00B0-3C87-461CA32F0E71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F37A607F-CC5A-A59D-A9A0-1498C9A19FA3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9C850D2-8F52-622C-8397-AFE96C3C3152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5732785E-E297-581E-4D0E-8C29D48E7915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4DB3893-CD48-E561-ECF7-373FC39BAC25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DCA1FA7E-30D4-6E96-BA04-4EE0D0D06401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5E7279AF-6E7D-13B4-8BB5-B65C316D33A1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E69C742E-E627-56AD-B8E2-120D372E8DFE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1DE3DF2-3772-3C8F-89BF-5AF380939961}"/>
              </a:ext>
            </a:extLst>
          </p:cNvPr>
          <p:cNvSpPr/>
          <p:nvPr/>
        </p:nvSpPr>
        <p:spPr>
          <a:xfrm rot="16200000">
            <a:off x="-277539" y="-532182"/>
            <a:ext cx="1603371" cy="177593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38380255-85A3-13D8-6E0B-24ECE9A35856}"/>
              </a:ext>
            </a:extLst>
          </p:cNvPr>
          <p:cNvSpPr/>
          <p:nvPr/>
        </p:nvSpPr>
        <p:spPr>
          <a:xfrm>
            <a:off x="2650619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855919BC-DA3D-A9F9-53D4-1D2990586859}"/>
              </a:ext>
            </a:extLst>
          </p:cNvPr>
          <p:cNvSpPr/>
          <p:nvPr/>
        </p:nvSpPr>
        <p:spPr>
          <a:xfrm>
            <a:off x="5251478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CC89F80-8933-7D29-67B9-7A8BB66401D7}"/>
              </a:ext>
            </a:extLst>
          </p:cNvPr>
          <p:cNvSpPr/>
          <p:nvPr/>
        </p:nvSpPr>
        <p:spPr>
          <a:xfrm>
            <a:off x="7852337" y="4847173"/>
            <a:ext cx="1826409" cy="925974"/>
          </a:xfrm>
          <a:prstGeom prst="ellipse">
            <a:avLst/>
          </a:prstGeom>
          <a:solidFill>
            <a:srgbClr val="125E92"/>
          </a:solidFill>
          <a:ln>
            <a:solidFill>
              <a:srgbClr val="125E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Блок-схема: альтернативный процесс 50">
            <a:extLst>
              <a:ext uri="{FF2B5EF4-FFF2-40B4-BE49-F238E27FC236}">
                <a16:creationId xmlns:a16="http://schemas.microsoft.com/office/drawing/2014/main" id="{D7C71552-28BA-16C5-166C-B8C247515015}"/>
              </a:ext>
            </a:extLst>
          </p:cNvPr>
          <p:cNvSpPr/>
          <p:nvPr/>
        </p:nvSpPr>
        <p:spPr>
          <a:xfrm>
            <a:off x="3070725" y="513432"/>
            <a:ext cx="5763498" cy="1295332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354EA12A-FDCC-44AB-782B-E41267017CC8}"/>
              </a:ext>
            </a:extLst>
          </p:cNvPr>
          <p:cNvSpPr txBox="1">
            <a:spLocks/>
          </p:cNvSpPr>
          <p:nvPr/>
        </p:nvSpPr>
        <p:spPr>
          <a:xfrm>
            <a:off x="3529785" y="624986"/>
            <a:ext cx="4845377" cy="10882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Times New Roman" panose="02020603050405020304" pitchFamily="18" charset="0"/>
              </a:rPr>
              <a:t>Второстепенные персонажи настоящего времени</a:t>
            </a:r>
            <a:endParaRPr lang="en-US" sz="4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44E53A-2A33-9A62-2F44-84EB2E330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67" t="52846" r="38902" b="12574"/>
          <a:stretch/>
        </p:blipFill>
        <p:spPr>
          <a:xfrm>
            <a:off x="5230365" y="3220863"/>
            <a:ext cx="1826409" cy="23715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D1097-BCED-49E2-0FF5-077D04372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7" t="37027" r="35682" b="15819"/>
          <a:stretch/>
        </p:blipFill>
        <p:spPr>
          <a:xfrm>
            <a:off x="2692844" y="2448924"/>
            <a:ext cx="1741959" cy="3233847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B3B95B3-23C7-E626-7E18-DD81C1571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1" t="38387" r="35097" b="17094"/>
          <a:stretch/>
        </p:blipFill>
        <p:spPr>
          <a:xfrm>
            <a:off x="7852336" y="2539300"/>
            <a:ext cx="1826409" cy="30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58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2352A-F868-57E3-4B46-7D1C5786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634FF4B-F068-6FFC-B88C-4310ED73A752}"/>
              </a:ext>
            </a:extLst>
          </p:cNvPr>
          <p:cNvSpPr/>
          <p:nvPr/>
        </p:nvSpPr>
        <p:spPr>
          <a:xfrm>
            <a:off x="-620001" y="241487"/>
            <a:ext cx="1493637" cy="1791460"/>
          </a:xfrm>
          <a:prstGeom prst="roundRect">
            <a:avLst/>
          </a:prstGeom>
          <a:solidFill>
            <a:srgbClr val="1777B9"/>
          </a:solidFill>
          <a:ln>
            <a:solidFill>
              <a:srgbClr val="1777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2D91C12D-3669-36C7-2F50-88204CD89CFF}"/>
              </a:ext>
            </a:extLst>
          </p:cNvPr>
          <p:cNvGrpSpPr/>
          <p:nvPr/>
        </p:nvGrpSpPr>
        <p:grpSpPr>
          <a:xfrm>
            <a:off x="10841533" y="-247657"/>
            <a:ext cx="1223650" cy="1816002"/>
            <a:chOff x="10841532" y="907021"/>
            <a:chExt cx="1223650" cy="1816002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1B76BAB6-05EC-6A6D-EC98-F668E58E119C}"/>
                </a:ext>
              </a:extLst>
            </p:cNvPr>
            <p:cNvGrpSpPr/>
            <p:nvPr/>
          </p:nvGrpSpPr>
          <p:grpSpPr>
            <a:xfrm>
              <a:off x="10841532" y="907021"/>
              <a:ext cx="1223650" cy="1125926"/>
              <a:chOff x="330201" y="5059680"/>
              <a:chExt cx="1223650" cy="1125926"/>
            </a:xfrm>
          </p:grpSpPr>
          <p:sp>
            <p:nvSpPr>
              <p:cNvPr id="4" name="Овал 3">
                <a:extLst>
                  <a:ext uri="{FF2B5EF4-FFF2-40B4-BE49-F238E27FC236}">
                    <a16:creationId xmlns:a16="http://schemas.microsoft.com/office/drawing/2014/main" id="{C616AF8B-8C38-5267-622A-C4EA955BBE1E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2EE3A96E-B971-BFBA-A872-47C0982103AF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F76B113E-8C0F-D928-04DA-7D96C140CCFE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1EA57965-0051-47F3-C874-7BC1B4A9750C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EC8B5527-2DFB-CEC8-9EA4-2D28C19B6AA7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30DB2B77-9F1E-E246-BC90-E61A29131A84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3F01FA54-E239-8756-1B50-D577AA8FC26B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6C68DC59-45CC-F1F7-5506-DD86F810F20D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951CD1CE-FA46-4258-F8E8-9284A99D502B}"/>
                  </a:ext>
                </a:extLst>
              </p:cNvPr>
              <p:cNvSpPr/>
              <p:nvPr/>
            </p:nvSpPr>
            <p:spPr>
              <a:xfrm>
                <a:off x="141161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AF6A9D90-D918-95E3-BD0F-C4ED25FCE6FD}"/>
                  </a:ext>
                </a:extLst>
              </p:cNvPr>
              <p:cNvSpPr/>
              <p:nvPr/>
            </p:nvSpPr>
            <p:spPr>
              <a:xfrm>
                <a:off x="69067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ACD6248D-8D65-18AE-3588-2F95DFF12141}"/>
                  </a:ext>
                </a:extLst>
              </p:cNvPr>
              <p:cNvSpPr/>
              <p:nvPr/>
            </p:nvSpPr>
            <p:spPr>
              <a:xfrm>
                <a:off x="33020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EB9121E8-E514-2AD0-D913-E6E6ACC56E20}"/>
                  </a:ext>
                </a:extLst>
              </p:cNvPr>
              <p:cNvSpPr/>
              <p:nvPr/>
            </p:nvSpPr>
            <p:spPr>
              <a:xfrm>
                <a:off x="105114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B417095C-EA55-1E7F-6ABC-2AF0BB7F135E}"/>
                  </a:ext>
                </a:extLst>
              </p:cNvPr>
              <p:cNvSpPr/>
              <p:nvPr/>
            </p:nvSpPr>
            <p:spPr>
              <a:xfrm>
                <a:off x="141161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3888D9-313E-2A63-F930-53F512187628}"/>
                  </a:ext>
                </a:extLst>
              </p:cNvPr>
              <p:cNvSpPr/>
              <p:nvPr/>
            </p:nvSpPr>
            <p:spPr>
              <a:xfrm>
                <a:off x="1074426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8749884-37EE-AB45-2BFE-F5F76B79665E}"/>
                  </a:ext>
                </a:extLst>
              </p:cNvPr>
              <p:cNvSpPr/>
              <p:nvPr/>
            </p:nvSpPr>
            <p:spPr>
              <a:xfrm>
                <a:off x="33020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4B2AF83E-8FDC-86F6-0A4B-D200589BE036}"/>
                  </a:ext>
                </a:extLst>
              </p:cNvPr>
              <p:cNvSpPr/>
              <p:nvPr/>
            </p:nvSpPr>
            <p:spPr>
              <a:xfrm>
                <a:off x="702313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6EAE9EAD-775A-0A35-06F2-F40DE7F11F5A}"/>
                </a:ext>
              </a:extLst>
            </p:cNvPr>
            <p:cNvGrpSpPr/>
            <p:nvPr/>
          </p:nvGrpSpPr>
          <p:grpSpPr>
            <a:xfrm>
              <a:off x="10843155" y="2259661"/>
              <a:ext cx="1222027" cy="463362"/>
              <a:chOff x="331824" y="5059680"/>
              <a:chExt cx="1222027" cy="463362"/>
            </a:xfrm>
          </p:grpSpPr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D1843493-4EDF-15D2-75D4-7386E057FA21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0C39CBBC-B035-E81A-640A-6DACD1ACDFF0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624CBBD8-92BB-E8E8-1B7F-6CB007DF63CE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518481F0-208C-FA13-30EE-1B6BCB595A38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1D0B4193-6C20-AD03-02F4-6DAAD4BD4F4F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4A8BDE0-5075-69F0-9118-33F3554D3FCC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8CEBE7E-8861-FD1B-70FE-7D0DD61E0834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39D3CE03-0749-9B5A-87D7-9929C6E13397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" name="Блок-схема: альтернативный процесс 36">
            <a:extLst>
              <a:ext uri="{FF2B5EF4-FFF2-40B4-BE49-F238E27FC236}">
                <a16:creationId xmlns:a16="http://schemas.microsoft.com/office/drawing/2014/main" id="{2CB9D2AB-6BFE-52D7-5B2D-280D33B51104}"/>
              </a:ext>
            </a:extLst>
          </p:cNvPr>
          <p:cNvSpPr/>
          <p:nvPr/>
        </p:nvSpPr>
        <p:spPr>
          <a:xfrm>
            <a:off x="-332243" y="489551"/>
            <a:ext cx="5763498" cy="1295332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3CDBCF7F-F6CC-D55C-CF88-C8133157A43D}"/>
              </a:ext>
            </a:extLst>
          </p:cNvPr>
          <p:cNvSpPr txBox="1">
            <a:spLocks/>
          </p:cNvSpPr>
          <p:nvPr/>
        </p:nvSpPr>
        <p:spPr>
          <a:xfrm>
            <a:off x="126817" y="875514"/>
            <a:ext cx="4845377" cy="4948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000" b="1" dirty="0">
                <a:solidFill>
                  <a:schemeClr val="bg1"/>
                </a:solidFill>
                <a:latin typeface="Bahnschrift Condensed" panose="020B0502040204020203" pitchFamily="34" charset="0"/>
                <a:ea typeface="Times New Roman" panose="02020603050405020304" pitchFamily="18" charset="0"/>
              </a:rPr>
              <a:t>Календарный план</a:t>
            </a:r>
            <a:endParaRPr lang="en-US" sz="5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32" name="Google Shape;943;p41">
            <a:extLst>
              <a:ext uri="{FF2B5EF4-FFF2-40B4-BE49-F238E27FC236}">
                <a16:creationId xmlns:a16="http://schemas.microsoft.com/office/drawing/2014/main" id="{421A7C5C-CE60-6745-092C-4C8FB0EA9311}"/>
              </a:ext>
            </a:extLst>
          </p:cNvPr>
          <p:cNvGrpSpPr/>
          <p:nvPr/>
        </p:nvGrpSpPr>
        <p:grpSpPr>
          <a:xfrm>
            <a:off x="677749" y="2577545"/>
            <a:ext cx="339253" cy="339253"/>
            <a:chOff x="1492675" y="4992125"/>
            <a:chExt cx="481825" cy="481825"/>
          </a:xfrm>
        </p:grpSpPr>
        <p:sp>
          <p:nvSpPr>
            <p:cNvPr id="39" name="Google Shape;944;p41">
              <a:extLst>
                <a:ext uri="{FF2B5EF4-FFF2-40B4-BE49-F238E27FC236}">
                  <a16:creationId xmlns:a16="http://schemas.microsoft.com/office/drawing/2014/main" id="{E599D96A-D6AC-D044-5D8D-CF58857D3352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945;p41">
              <a:extLst>
                <a:ext uri="{FF2B5EF4-FFF2-40B4-BE49-F238E27FC236}">
                  <a16:creationId xmlns:a16="http://schemas.microsoft.com/office/drawing/2014/main" id="{20BDF9B7-AF33-7881-76B8-80E78851E42B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D9901B3-8985-4D86-5662-227CDDDEB008}"/>
              </a:ext>
            </a:extLst>
          </p:cNvPr>
          <p:cNvSpPr txBox="1"/>
          <p:nvPr/>
        </p:nvSpPr>
        <p:spPr>
          <a:xfrm>
            <a:off x="1206605" y="2590943"/>
            <a:ext cx="637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 октября – начало выполнения проектной работы</a:t>
            </a:r>
            <a:endParaRPr lang="en-US" dirty="0"/>
          </a:p>
        </p:txBody>
      </p:sp>
      <p:grpSp>
        <p:nvGrpSpPr>
          <p:cNvPr id="44" name="Google Shape;943;p41">
            <a:extLst>
              <a:ext uri="{FF2B5EF4-FFF2-40B4-BE49-F238E27FC236}">
                <a16:creationId xmlns:a16="http://schemas.microsoft.com/office/drawing/2014/main" id="{5B8C6A81-2D96-BC52-7883-DEF38D278727}"/>
              </a:ext>
            </a:extLst>
          </p:cNvPr>
          <p:cNvGrpSpPr/>
          <p:nvPr/>
        </p:nvGrpSpPr>
        <p:grpSpPr>
          <a:xfrm>
            <a:off x="677751" y="3135541"/>
            <a:ext cx="339253" cy="339253"/>
            <a:chOff x="1492675" y="4992125"/>
            <a:chExt cx="481825" cy="481825"/>
          </a:xfrm>
        </p:grpSpPr>
        <p:sp>
          <p:nvSpPr>
            <p:cNvPr id="45" name="Google Shape;944;p41">
              <a:extLst>
                <a:ext uri="{FF2B5EF4-FFF2-40B4-BE49-F238E27FC236}">
                  <a16:creationId xmlns:a16="http://schemas.microsoft.com/office/drawing/2014/main" id="{7301C515-D0F8-09E1-3A26-08C214BDCD02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" name="Google Shape;945;p41">
              <a:extLst>
                <a:ext uri="{FF2B5EF4-FFF2-40B4-BE49-F238E27FC236}">
                  <a16:creationId xmlns:a16="http://schemas.microsoft.com/office/drawing/2014/main" id="{13DF84F3-879A-3DE6-DB3B-D1952E853B2A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" name="Google Shape;943;p41">
            <a:extLst>
              <a:ext uri="{FF2B5EF4-FFF2-40B4-BE49-F238E27FC236}">
                <a16:creationId xmlns:a16="http://schemas.microsoft.com/office/drawing/2014/main" id="{4BF9E839-DF79-A911-B06F-303C842F836C}"/>
              </a:ext>
            </a:extLst>
          </p:cNvPr>
          <p:cNvGrpSpPr/>
          <p:nvPr/>
        </p:nvGrpSpPr>
        <p:grpSpPr>
          <a:xfrm>
            <a:off x="677750" y="4809529"/>
            <a:ext cx="339253" cy="339253"/>
            <a:chOff x="1492675" y="4992125"/>
            <a:chExt cx="481825" cy="481825"/>
          </a:xfrm>
        </p:grpSpPr>
        <p:sp>
          <p:nvSpPr>
            <p:cNvPr id="51" name="Google Shape;944;p41">
              <a:extLst>
                <a:ext uri="{FF2B5EF4-FFF2-40B4-BE49-F238E27FC236}">
                  <a16:creationId xmlns:a16="http://schemas.microsoft.com/office/drawing/2014/main" id="{30223BBE-DA0C-09F7-6B45-C3FDAD2349A8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" name="Google Shape;945;p41">
              <a:extLst>
                <a:ext uri="{FF2B5EF4-FFF2-40B4-BE49-F238E27FC236}">
                  <a16:creationId xmlns:a16="http://schemas.microsoft.com/office/drawing/2014/main" id="{7C8FF6D3-91AC-A854-BE1C-7B1D2F668759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3" name="Google Shape;943;p41">
            <a:extLst>
              <a:ext uri="{FF2B5EF4-FFF2-40B4-BE49-F238E27FC236}">
                <a16:creationId xmlns:a16="http://schemas.microsoft.com/office/drawing/2014/main" id="{2C9445AB-8FFB-F1CA-7386-4241342857DB}"/>
              </a:ext>
            </a:extLst>
          </p:cNvPr>
          <p:cNvGrpSpPr/>
          <p:nvPr/>
        </p:nvGrpSpPr>
        <p:grpSpPr>
          <a:xfrm>
            <a:off x="677751" y="3693537"/>
            <a:ext cx="339253" cy="339253"/>
            <a:chOff x="1492675" y="4992125"/>
            <a:chExt cx="481825" cy="481825"/>
          </a:xfrm>
        </p:grpSpPr>
        <p:sp>
          <p:nvSpPr>
            <p:cNvPr id="54" name="Google Shape;944;p41">
              <a:extLst>
                <a:ext uri="{FF2B5EF4-FFF2-40B4-BE49-F238E27FC236}">
                  <a16:creationId xmlns:a16="http://schemas.microsoft.com/office/drawing/2014/main" id="{671B6EB4-62AF-DA11-6A7F-CC1AA19C435D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" name="Google Shape;945;p41">
              <a:extLst>
                <a:ext uri="{FF2B5EF4-FFF2-40B4-BE49-F238E27FC236}">
                  <a16:creationId xmlns:a16="http://schemas.microsoft.com/office/drawing/2014/main" id="{A703EBE1-8597-A7E9-F39A-2D822FC6467B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6" name="Google Shape;943;p41">
            <a:extLst>
              <a:ext uri="{FF2B5EF4-FFF2-40B4-BE49-F238E27FC236}">
                <a16:creationId xmlns:a16="http://schemas.microsoft.com/office/drawing/2014/main" id="{E0F6609D-C652-875D-C614-B2B1566A9570}"/>
              </a:ext>
            </a:extLst>
          </p:cNvPr>
          <p:cNvGrpSpPr/>
          <p:nvPr/>
        </p:nvGrpSpPr>
        <p:grpSpPr>
          <a:xfrm>
            <a:off x="677750" y="4251533"/>
            <a:ext cx="339253" cy="339253"/>
            <a:chOff x="1492675" y="4992125"/>
            <a:chExt cx="481825" cy="481825"/>
          </a:xfrm>
        </p:grpSpPr>
        <p:sp>
          <p:nvSpPr>
            <p:cNvPr id="57" name="Google Shape;944;p41">
              <a:extLst>
                <a:ext uri="{FF2B5EF4-FFF2-40B4-BE49-F238E27FC236}">
                  <a16:creationId xmlns:a16="http://schemas.microsoft.com/office/drawing/2014/main" id="{56EB4B4F-FD71-DFF3-F5DB-31529DCA7931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" name="Google Shape;945;p41">
              <a:extLst>
                <a:ext uri="{FF2B5EF4-FFF2-40B4-BE49-F238E27FC236}">
                  <a16:creationId xmlns:a16="http://schemas.microsoft.com/office/drawing/2014/main" id="{2550E087-4ADF-DC58-2402-B2D131E6842B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9" name="Google Shape;943;p41">
            <a:extLst>
              <a:ext uri="{FF2B5EF4-FFF2-40B4-BE49-F238E27FC236}">
                <a16:creationId xmlns:a16="http://schemas.microsoft.com/office/drawing/2014/main" id="{60AD92BC-E9B2-DEF1-38E4-CDAC6D3EDA09}"/>
              </a:ext>
            </a:extLst>
          </p:cNvPr>
          <p:cNvGrpSpPr/>
          <p:nvPr/>
        </p:nvGrpSpPr>
        <p:grpSpPr>
          <a:xfrm>
            <a:off x="677750" y="5367525"/>
            <a:ext cx="339253" cy="339253"/>
            <a:chOff x="1492675" y="4992125"/>
            <a:chExt cx="481825" cy="481825"/>
          </a:xfrm>
        </p:grpSpPr>
        <p:sp>
          <p:nvSpPr>
            <p:cNvPr id="60" name="Google Shape;944;p41">
              <a:extLst>
                <a:ext uri="{FF2B5EF4-FFF2-40B4-BE49-F238E27FC236}">
                  <a16:creationId xmlns:a16="http://schemas.microsoft.com/office/drawing/2014/main" id="{85F0B3D6-F44B-E4C3-548A-4A8BE8F0DBF8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" name="Google Shape;945;p41">
              <a:extLst>
                <a:ext uri="{FF2B5EF4-FFF2-40B4-BE49-F238E27FC236}">
                  <a16:creationId xmlns:a16="http://schemas.microsoft.com/office/drawing/2014/main" id="{3F49C5F1-D97A-2A26-1A14-0D9A2FCB707E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2" name="Google Shape;943;p41">
            <a:extLst>
              <a:ext uri="{FF2B5EF4-FFF2-40B4-BE49-F238E27FC236}">
                <a16:creationId xmlns:a16="http://schemas.microsoft.com/office/drawing/2014/main" id="{A7C8A95F-94FD-75BC-34CD-F0A65A2E0ACE}"/>
              </a:ext>
            </a:extLst>
          </p:cNvPr>
          <p:cNvGrpSpPr/>
          <p:nvPr/>
        </p:nvGrpSpPr>
        <p:grpSpPr>
          <a:xfrm>
            <a:off x="677750" y="5925521"/>
            <a:ext cx="339253" cy="339253"/>
            <a:chOff x="1492675" y="4992125"/>
            <a:chExt cx="481825" cy="481825"/>
          </a:xfrm>
        </p:grpSpPr>
        <p:sp>
          <p:nvSpPr>
            <p:cNvPr id="63" name="Google Shape;944;p41">
              <a:extLst>
                <a:ext uri="{FF2B5EF4-FFF2-40B4-BE49-F238E27FC236}">
                  <a16:creationId xmlns:a16="http://schemas.microsoft.com/office/drawing/2014/main" id="{B1E8AEB0-26DA-0928-285F-848834CD1EF9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" name="Google Shape;945;p41">
              <a:extLst>
                <a:ext uri="{FF2B5EF4-FFF2-40B4-BE49-F238E27FC236}">
                  <a16:creationId xmlns:a16="http://schemas.microsoft.com/office/drawing/2014/main" id="{FD1C5FC8-0FD8-A48E-810B-A9628821CAC7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C2C9A79-8A73-BE16-321A-B79847F0FB6E}"/>
              </a:ext>
            </a:extLst>
          </p:cNvPr>
          <p:cNvSpPr txBox="1"/>
          <p:nvPr/>
        </p:nvSpPr>
        <p:spPr>
          <a:xfrm>
            <a:off x="1206605" y="3120501"/>
            <a:ext cx="637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 ноября состоялся групповой созвон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208D46-82F4-ABEF-C550-4E62AECCD589}"/>
              </a:ext>
            </a:extLst>
          </p:cNvPr>
          <p:cNvSpPr txBox="1"/>
          <p:nvPr/>
        </p:nvSpPr>
        <p:spPr>
          <a:xfrm>
            <a:off x="1206605" y="3678497"/>
            <a:ext cx="637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13-15 ноября: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продумка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сюжета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9D5275-518A-E2B6-6B07-1B0EF5EDBC32}"/>
              </a:ext>
            </a:extLst>
          </p:cNvPr>
          <p:cNvSpPr txBox="1"/>
          <p:nvPr/>
        </p:nvSpPr>
        <p:spPr>
          <a:xfrm>
            <a:off x="1231571" y="4240509"/>
            <a:ext cx="637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 декабря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прорисовка мелких деталей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5D55BE-3108-D7F0-2547-7D19F1DA24FB}"/>
              </a:ext>
            </a:extLst>
          </p:cNvPr>
          <p:cNvSpPr txBox="1"/>
          <p:nvPr/>
        </p:nvSpPr>
        <p:spPr>
          <a:xfrm>
            <a:off x="1231570" y="4794489"/>
            <a:ext cx="678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Январь-февраль - прорисовка предметов для второго уровня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4CD834-BB48-E69B-20BF-AA059C11E182}"/>
              </a:ext>
            </a:extLst>
          </p:cNvPr>
          <p:cNvSpPr txBox="1"/>
          <p:nvPr/>
        </p:nvSpPr>
        <p:spPr>
          <a:xfrm>
            <a:off x="1231570" y="5322266"/>
            <a:ext cx="678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Март - работа с Юнити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9E19BF-0549-6E68-E4A8-F3337FEE496B}"/>
              </a:ext>
            </a:extLst>
          </p:cNvPr>
          <p:cNvSpPr txBox="1"/>
          <p:nvPr/>
        </p:nvSpPr>
        <p:spPr>
          <a:xfrm>
            <a:off x="1231570" y="5890075"/>
            <a:ext cx="678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Апрель - дорисовка мелких недостающих деталей</a:t>
            </a:r>
            <a:endParaRPr lang="en-US" b="1" dirty="0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AD12207E-D756-759F-4C09-4A0BCFDF7348}"/>
              </a:ext>
            </a:extLst>
          </p:cNvPr>
          <p:cNvSpPr/>
          <p:nvPr/>
        </p:nvSpPr>
        <p:spPr>
          <a:xfrm>
            <a:off x="11057641" y="4934895"/>
            <a:ext cx="2402393" cy="2270216"/>
          </a:xfrm>
          <a:prstGeom prst="ellipse">
            <a:avLst/>
          </a:prstGeom>
          <a:noFill/>
          <a:ln w="130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27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77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6EB91-72A8-A05A-2482-3D172843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Овал 40">
            <a:extLst>
              <a:ext uri="{FF2B5EF4-FFF2-40B4-BE49-F238E27FC236}">
                <a16:creationId xmlns:a16="http://schemas.microsoft.com/office/drawing/2014/main" id="{FD903E23-2B6B-4C0E-F8CA-754FB1691DB4}"/>
              </a:ext>
            </a:extLst>
          </p:cNvPr>
          <p:cNvSpPr/>
          <p:nvPr/>
        </p:nvSpPr>
        <p:spPr>
          <a:xfrm>
            <a:off x="6672972" y="-1160367"/>
            <a:ext cx="2622695" cy="2581991"/>
          </a:xfrm>
          <a:prstGeom prst="ellipse">
            <a:avLst/>
          </a:prstGeom>
          <a:solidFill>
            <a:schemeClr val="bg1"/>
          </a:solidFill>
          <a:ln w="1587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AC54B8C-63DF-3E55-25AD-D2E0581F2839}"/>
              </a:ext>
            </a:extLst>
          </p:cNvPr>
          <p:cNvSpPr/>
          <p:nvPr/>
        </p:nvSpPr>
        <p:spPr>
          <a:xfrm>
            <a:off x="-546755" y="241487"/>
            <a:ext cx="1493637" cy="17914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78B7E2-3AFB-7305-9E9B-3E454FAEE063}"/>
              </a:ext>
            </a:extLst>
          </p:cNvPr>
          <p:cNvSpPr/>
          <p:nvPr/>
        </p:nvSpPr>
        <p:spPr>
          <a:xfrm>
            <a:off x="8194876" y="0"/>
            <a:ext cx="399712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3D86A6CB-EE69-3EB1-045F-CDAC7F6F7125}"/>
              </a:ext>
            </a:extLst>
          </p:cNvPr>
          <p:cNvGrpSpPr/>
          <p:nvPr/>
        </p:nvGrpSpPr>
        <p:grpSpPr>
          <a:xfrm>
            <a:off x="10817571" y="130628"/>
            <a:ext cx="1223650" cy="1816002"/>
            <a:chOff x="10841532" y="907021"/>
            <a:chExt cx="1223650" cy="1816002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7534D4A8-C23D-335B-9A00-69F8677ED11A}"/>
                </a:ext>
              </a:extLst>
            </p:cNvPr>
            <p:cNvGrpSpPr/>
            <p:nvPr/>
          </p:nvGrpSpPr>
          <p:grpSpPr>
            <a:xfrm>
              <a:off x="10841532" y="907021"/>
              <a:ext cx="1223650" cy="1125926"/>
              <a:chOff x="330201" y="5059680"/>
              <a:chExt cx="1223650" cy="1125926"/>
            </a:xfrm>
          </p:grpSpPr>
          <p:sp>
            <p:nvSpPr>
              <p:cNvPr id="4" name="Овал 3">
                <a:extLst>
                  <a:ext uri="{FF2B5EF4-FFF2-40B4-BE49-F238E27FC236}">
                    <a16:creationId xmlns:a16="http://schemas.microsoft.com/office/drawing/2014/main" id="{371EA4A4-0194-6291-1711-F6994C9BBCCB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9429477E-2416-946D-3E80-56D0C64619BE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20668F94-016C-1482-A513-2D00F62353F0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1DF94BED-DEEF-7115-34C4-373885436724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615CD87-E869-60FD-CE5A-F62851F1F8A6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15CD6711-D101-829D-E9A9-1CCC3B1837F4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E419FCBD-CA58-F188-3346-3FAD572273FD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8492CAD2-F5AD-CFD7-DAF3-F7D6836272AF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59C72F97-4894-BAF4-E3A8-90E13A1E42B2}"/>
                  </a:ext>
                </a:extLst>
              </p:cNvPr>
              <p:cNvSpPr/>
              <p:nvPr/>
            </p:nvSpPr>
            <p:spPr>
              <a:xfrm>
                <a:off x="141161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9A2BD54E-1AD5-64C1-0C72-7A2CDB660B4C}"/>
                  </a:ext>
                </a:extLst>
              </p:cNvPr>
              <p:cNvSpPr/>
              <p:nvPr/>
            </p:nvSpPr>
            <p:spPr>
              <a:xfrm>
                <a:off x="69067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C143E080-7607-5093-D21F-822F895B1693}"/>
                  </a:ext>
                </a:extLst>
              </p:cNvPr>
              <p:cNvSpPr/>
              <p:nvPr/>
            </p:nvSpPr>
            <p:spPr>
              <a:xfrm>
                <a:off x="33020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FFC89301-3B97-98B1-954A-5C72C61170C7}"/>
                  </a:ext>
                </a:extLst>
              </p:cNvPr>
              <p:cNvSpPr/>
              <p:nvPr/>
            </p:nvSpPr>
            <p:spPr>
              <a:xfrm>
                <a:off x="1051141" y="5722244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54CA774D-65F3-F923-26F2-55665B052E45}"/>
                  </a:ext>
                </a:extLst>
              </p:cNvPr>
              <p:cNvSpPr/>
              <p:nvPr/>
            </p:nvSpPr>
            <p:spPr>
              <a:xfrm>
                <a:off x="141161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26B565C9-3323-973F-E3E9-65E2D0960AA8}"/>
                  </a:ext>
                </a:extLst>
              </p:cNvPr>
              <p:cNvSpPr/>
              <p:nvPr/>
            </p:nvSpPr>
            <p:spPr>
              <a:xfrm>
                <a:off x="1074426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A07BDDB7-9A83-198F-453A-F7C755D12899}"/>
                  </a:ext>
                </a:extLst>
              </p:cNvPr>
              <p:cNvSpPr/>
              <p:nvPr/>
            </p:nvSpPr>
            <p:spPr>
              <a:xfrm>
                <a:off x="330201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3A63D5C4-0650-09DF-D3E1-2F9344993F26}"/>
                  </a:ext>
                </a:extLst>
              </p:cNvPr>
              <p:cNvSpPr/>
              <p:nvPr/>
            </p:nvSpPr>
            <p:spPr>
              <a:xfrm>
                <a:off x="702313" y="6053526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54FA8283-215E-8905-5170-5348695AAF96}"/>
                </a:ext>
              </a:extLst>
            </p:cNvPr>
            <p:cNvGrpSpPr/>
            <p:nvPr/>
          </p:nvGrpSpPr>
          <p:grpSpPr>
            <a:xfrm>
              <a:off x="10843155" y="2259661"/>
              <a:ext cx="1222027" cy="463362"/>
              <a:chOff x="331824" y="5059680"/>
              <a:chExt cx="1222027" cy="463362"/>
            </a:xfrm>
          </p:grpSpPr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6246250F-31BE-95E3-32F4-70BBE8ABDBA2}"/>
                  </a:ext>
                </a:extLst>
              </p:cNvPr>
              <p:cNvSpPr/>
              <p:nvPr/>
            </p:nvSpPr>
            <p:spPr>
              <a:xfrm>
                <a:off x="33182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FD0011DA-68C8-BCC0-06B6-122CF3F6FC0C}"/>
                  </a:ext>
                </a:extLst>
              </p:cNvPr>
              <p:cNvSpPr/>
              <p:nvPr/>
            </p:nvSpPr>
            <p:spPr>
              <a:xfrm>
                <a:off x="693917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64D1ECE4-C926-35D9-9BA5-13A33BDCCEB4}"/>
                  </a:ext>
                </a:extLst>
              </p:cNvPr>
              <p:cNvSpPr/>
              <p:nvPr/>
            </p:nvSpPr>
            <p:spPr>
              <a:xfrm>
                <a:off x="1052764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BA0369B0-1027-5C37-C808-60AD49ACC0CA}"/>
                  </a:ext>
                </a:extLst>
              </p:cNvPr>
              <p:cNvSpPr/>
              <p:nvPr/>
            </p:nvSpPr>
            <p:spPr>
              <a:xfrm>
                <a:off x="1411611" y="5059680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1DB90D39-0ED3-51E8-AF0E-5A7FE2340186}"/>
                  </a:ext>
                </a:extLst>
              </p:cNvPr>
              <p:cNvSpPr/>
              <p:nvPr/>
            </p:nvSpPr>
            <p:spPr>
              <a:xfrm>
                <a:off x="105276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9301B6FA-6810-DE5F-70B4-EBB2A93ADC6A}"/>
                  </a:ext>
                </a:extLst>
              </p:cNvPr>
              <p:cNvSpPr/>
              <p:nvPr/>
            </p:nvSpPr>
            <p:spPr>
              <a:xfrm>
                <a:off x="141161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495194FB-5842-9727-0B87-56F66DF9914E}"/>
                  </a:ext>
                </a:extLst>
              </p:cNvPr>
              <p:cNvSpPr/>
              <p:nvPr/>
            </p:nvSpPr>
            <p:spPr>
              <a:xfrm>
                <a:off x="331824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1E45A4E5-74C2-F511-C402-0B8A1F582EB9}"/>
                  </a:ext>
                </a:extLst>
              </p:cNvPr>
              <p:cNvSpPr/>
              <p:nvPr/>
            </p:nvSpPr>
            <p:spPr>
              <a:xfrm>
                <a:off x="690671" y="5390962"/>
                <a:ext cx="142240" cy="13208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" name="Блок-схема: альтернативный процесс 36">
            <a:extLst>
              <a:ext uri="{FF2B5EF4-FFF2-40B4-BE49-F238E27FC236}">
                <a16:creationId xmlns:a16="http://schemas.microsoft.com/office/drawing/2014/main" id="{6A623F9D-26A7-3C32-4D39-87C7EC4A9F87}"/>
              </a:ext>
            </a:extLst>
          </p:cNvPr>
          <p:cNvSpPr/>
          <p:nvPr/>
        </p:nvSpPr>
        <p:spPr>
          <a:xfrm>
            <a:off x="-546755" y="519242"/>
            <a:ext cx="5763498" cy="1295332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Ромб 37">
            <a:extLst>
              <a:ext uri="{FF2B5EF4-FFF2-40B4-BE49-F238E27FC236}">
                <a16:creationId xmlns:a16="http://schemas.microsoft.com/office/drawing/2014/main" id="{3A64CC69-8A79-357C-5E6C-7585E2720B13}"/>
              </a:ext>
            </a:extLst>
          </p:cNvPr>
          <p:cNvSpPr/>
          <p:nvPr/>
        </p:nvSpPr>
        <p:spPr>
          <a:xfrm>
            <a:off x="734515" y="2774066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58BFF776-6EA6-92DC-7A52-BC3539B42727}"/>
              </a:ext>
            </a:extLst>
          </p:cNvPr>
          <p:cNvSpPr txBox="1">
            <a:spLocks/>
          </p:cNvSpPr>
          <p:nvPr/>
        </p:nvSpPr>
        <p:spPr>
          <a:xfrm>
            <a:off x="-372634" y="740986"/>
            <a:ext cx="5415255" cy="9045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ПРОБЛЕМЫ В ХОДЕ ВЫПОЛНЕНИЯ </a:t>
            </a:r>
            <a:endParaRPr lang="en-US" sz="6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0" name="Текст 2">
            <a:extLst>
              <a:ext uri="{FF2B5EF4-FFF2-40B4-BE49-F238E27FC236}">
                <a16:creationId xmlns:a16="http://schemas.microsoft.com/office/drawing/2014/main" id="{D32DA7F8-188F-CDDE-9AA3-5BEEE684185F}"/>
              </a:ext>
            </a:extLst>
          </p:cNvPr>
          <p:cNvSpPr txBox="1">
            <a:spLocks/>
          </p:cNvSpPr>
          <p:nvPr/>
        </p:nvSpPr>
        <p:spPr>
          <a:xfrm>
            <a:off x="1355717" y="2711227"/>
            <a:ext cx="4089927" cy="613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схожесть в мнениях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D12A6FB0-11B8-5E69-345D-528812CEE70C}"/>
              </a:ext>
            </a:extLst>
          </p:cNvPr>
          <p:cNvSpPr txBox="1">
            <a:spLocks/>
          </p:cNvSpPr>
          <p:nvPr/>
        </p:nvSpPr>
        <p:spPr>
          <a:xfrm>
            <a:off x="1355717" y="3874393"/>
            <a:ext cx="5763499" cy="613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Неопределенность целей и задач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463886-A1FC-E769-DA3E-D7C9A87E8AE8}"/>
              </a:ext>
            </a:extLst>
          </p:cNvPr>
          <p:cNvSpPr txBox="1"/>
          <p:nvPr/>
        </p:nvSpPr>
        <p:spPr>
          <a:xfrm>
            <a:off x="1355717" y="4974711"/>
            <a:ext cx="6273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Проблемы с коммуникацией в команде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4" name="Ромб 33">
            <a:extLst>
              <a:ext uri="{FF2B5EF4-FFF2-40B4-BE49-F238E27FC236}">
                <a16:creationId xmlns:a16="http://schemas.microsoft.com/office/drawing/2014/main" id="{173A8BE9-92DD-D7DE-57F2-E7C2B0F9986A}"/>
              </a:ext>
            </a:extLst>
          </p:cNvPr>
          <p:cNvSpPr/>
          <p:nvPr/>
        </p:nvSpPr>
        <p:spPr>
          <a:xfrm>
            <a:off x="734516" y="3925988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Ромб 34">
            <a:extLst>
              <a:ext uri="{FF2B5EF4-FFF2-40B4-BE49-F238E27FC236}">
                <a16:creationId xmlns:a16="http://schemas.microsoft.com/office/drawing/2014/main" id="{023DC6FA-DFA5-E92B-2AAB-373A29A39B94}"/>
              </a:ext>
            </a:extLst>
          </p:cNvPr>
          <p:cNvSpPr/>
          <p:nvPr/>
        </p:nvSpPr>
        <p:spPr>
          <a:xfrm>
            <a:off x="734515" y="5077910"/>
            <a:ext cx="284873" cy="255269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34605DA-7688-3635-D85B-7A12F54FE966}"/>
              </a:ext>
            </a:extLst>
          </p:cNvPr>
          <p:cNvSpPr/>
          <p:nvPr/>
        </p:nvSpPr>
        <p:spPr>
          <a:xfrm rot="16200000">
            <a:off x="8149145" y="5636901"/>
            <a:ext cx="1249052" cy="11931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95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0685-3C1F-7FD8-2E2F-B8BC5890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EF2CB5-E686-2E42-2FAE-AC9E07D8A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0" t="37100" r="32635" b="9661"/>
          <a:stretch/>
        </p:blipFill>
        <p:spPr>
          <a:xfrm>
            <a:off x="-2619499" y="3581374"/>
            <a:ext cx="2611226" cy="36511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D1AED2-0522-1176-C4C7-AC017FDA1362}"/>
              </a:ext>
            </a:extLst>
          </p:cNvPr>
          <p:cNvSpPr/>
          <p:nvPr/>
        </p:nvSpPr>
        <p:spPr>
          <a:xfrm rot="16200000">
            <a:off x="1839189" y="-343670"/>
            <a:ext cx="1334207" cy="18223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B9276A-8256-8526-A386-63873D6F704A}"/>
              </a:ext>
            </a:extLst>
          </p:cNvPr>
          <p:cNvSpPr/>
          <p:nvPr/>
        </p:nvSpPr>
        <p:spPr>
          <a:xfrm>
            <a:off x="2785613" y="-37672"/>
            <a:ext cx="6620760" cy="4194894"/>
          </a:xfrm>
          <a:prstGeom prst="rect">
            <a:avLst/>
          </a:prstGeom>
          <a:solidFill>
            <a:srgbClr val="1777B9"/>
          </a:solidFill>
          <a:ln>
            <a:solidFill>
              <a:srgbClr val="1777B9"/>
            </a:solidFill>
          </a:ln>
          <a:effectLst>
            <a:glow>
              <a:schemeClr val="accent1">
                <a:alpha val="40000"/>
              </a:schemeClr>
            </a:glow>
            <a:reflection stA="0" endPos="65000" dist="50800" dir="5400000" sy="-100000" algn="bl" rotWithShape="0"/>
          </a:effectLst>
          <a:scene3d>
            <a:camera prst="orthographicFront"/>
            <a:lightRig rig="flat" dir="t">
              <a:rot lat="0" lon="0" rev="5400000"/>
            </a:lightRig>
          </a:scene3d>
          <a:sp3d extrusionH="76200">
            <a:bevelT w="0" h="0"/>
            <a:extrusionClr>
              <a:schemeClr val="bg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C69EF0-F623-505B-8B01-7D8172220919}"/>
              </a:ext>
            </a:extLst>
          </p:cNvPr>
          <p:cNvSpPr/>
          <p:nvPr/>
        </p:nvSpPr>
        <p:spPr>
          <a:xfrm rot="10800000">
            <a:off x="10414000" y="6063355"/>
            <a:ext cx="2125744" cy="154758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55D85A4-05DE-CF0E-F055-FDB866FC4FBF}"/>
              </a:ext>
            </a:extLst>
          </p:cNvPr>
          <p:cNvSpPr/>
          <p:nvPr/>
        </p:nvSpPr>
        <p:spPr>
          <a:xfrm>
            <a:off x="3255541" y="2911579"/>
            <a:ext cx="5680897" cy="487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C8F3E1D-1A06-6563-9F07-B5EAFA667BC5}"/>
              </a:ext>
            </a:extLst>
          </p:cNvPr>
          <p:cNvSpPr txBox="1">
            <a:spLocks/>
          </p:cNvSpPr>
          <p:nvPr/>
        </p:nvSpPr>
        <p:spPr>
          <a:xfrm>
            <a:off x="3977148" y="573350"/>
            <a:ext cx="4237685" cy="22238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Спасибо за внимание</a:t>
            </a:r>
            <a:endParaRPr lang="en-US" sz="72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F0E1333-9DB2-8DE7-474F-253FF193F42F}"/>
              </a:ext>
            </a:extLst>
          </p:cNvPr>
          <p:cNvSpPr/>
          <p:nvPr/>
        </p:nvSpPr>
        <p:spPr>
          <a:xfrm>
            <a:off x="8137003" y="-1290996"/>
            <a:ext cx="2622695" cy="2581991"/>
          </a:xfrm>
          <a:prstGeom prst="ellipse">
            <a:avLst/>
          </a:prstGeom>
          <a:solidFill>
            <a:schemeClr val="bg1"/>
          </a:solidFill>
          <a:ln w="1587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582D99C9-B9F3-6984-C981-C1747576C310}"/>
              </a:ext>
            </a:extLst>
          </p:cNvPr>
          <p:cNvGrpSpPr/>
          <p:nvPr/>
        </p:nvGrpSpPr>
        <p:grpSpPr>
          <a:xfrm>
            <a:off x="5762160" y="3581374"/>
            <a:ext cx="667658" cy="194381"/>
            <a:chOff x="5661390" y="4720530"/>
            <a:chExt cx="888259" cy="269592"/>
          </a:xfrm>
        </p:grpSpPr>
        <p:sp>
          <p:nvSpPr>
            <p:cNvPr id="14" name="Ромб 13">
              <a:extLst>
                <a:ext uri="{FF2B5EF4-FFF2-40B4-BE49-F238E27FC236}">
                  <a16:creationId xmlns:a16="http://schemas.microsoft.com/office/drawing/2014/main" id="{DDC8D831-826B-789D-6AFE-7C39D59DDB43}"/>
                </a:ext>
              </a:extLst>
            </p:cNvPr>
            <p:cNvSpPr/>
            <p:nvPr/>
          </p:nvSpPr>
          <p:spPr>
            <a:xfrm>
              <a:off x="5973437" y="4720530"/>
              <a:ext cx="264165" cy="269592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D45C35F0-8BA5-0955-8922-E0B63EABACCF}"/>
                </a:ext>
              </a:extLst>
            </p:cNvPr>
            <p:cNvSpPr/>
            <p:nvPr/>
          </p:nvSpPr>
          <p:spPr>
            <a:xfrm>
              <a:off x="6403528" y="4785484"/>
              <a:ext cx="146121" cy="139683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Ромб 18">
              <a:extLst>
                <a:ext uri="{FF2B5EF4-FFF2-40B4-BE49-F238E27FC236}">
                  <a16:creationId xmlns:a16="http://schemas.microsoft.com/office/drawing/2014/main" id="{2353CCA2-3116-37CA-22F5-F39909421311}"/>
                </a:ext>
              </a:extLst>
            </p:cNvPr>
            <p:cNvSpPr/>
            <p:nvPr/>
          </p:nvSpPr>
          <p:spPr>
            <a:xfrm>
              <a:off x="5661390" y="4783497"/>
              <a:ext cx="146121" cy="139683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8E8B58D3-703D-5437-247F-3032983E428D}"/>
              </a:ext>
            </a:extLst>
          </p:cNvPr>
          <p:cNvGrpSpPr/>
          <p:nvPr/>
        </p:nvGrpSpPr>
        <p:grpSpPr>
          <a:xfrm>
            <a:off x="11316094" y="-562963"/>
            <a:ext cx="1223650" cy="1125926"/>
            <a:chOff x="330201" y="5059680"/>
            <a:chExt cx="1223650" cy="1125926"/>
          </a:xfrm>
        </p:grpSpPr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0ED243D6-EA2A-03CC-2B9C-4591424C6E2D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D644FAAD-3489-A57A-CA6C-B8A138C90609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BB7164CB-A462-5BE3-A091-FEF4BA8721A2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894143B3-105D-9369-1F84-CEDE15A10BE5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ABEA9EEE-8295-F451-8ED6-F86C36481D43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7668FF08-4ACE-6ADA-2C61-5F945991A859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4E6977D6-A7DB-0258-8B56-6C7546F867E0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A4486097-ECDC-4EA2-D124-6974E5E5E9CA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3F3C7E5C-2510-052F-DF8D-631381B02A46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F525A6B7-A86A-5D55-DF6E-2943AC9AE16D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F5C2C65B-D6BF-0F29-D453-39E13BBD8359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D0C9ECF3-B98E-35DF-8719-039764C0ABC7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BDF6B493-29CE-74FE-957F-3B2E71892A76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AA034B6D-2715-4B43-8350-F74FD42B99A8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6B7A0F9A-B896-576E-A102-E77B154BEDC7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3629B6E0-7A83-BA89-B9B5-7E024FFBAD8A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06EBED56-4709-ABD2-90A8-E26B39D8BB73}"/>
              </a:ext>
            </a:extLst>
          </p:cNvPr>
          <p:cNvSpPr/>
          <p:nvPr/>
        </p:nvSpPr>
        <p:spPr>
          <a:xfrm>
            <a:off x="9427582" y="-1385776"/>
            <a:ext cx="1542745" cy="323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B192A87F-E177-8D52-F90A-C53AB1DED01D}"/>
              </a:ext>
            </a:extLst>
          </p:cNvPr>
          <p:cNvGrpSpPr/>
          <p:nvPr/>
        </p:nvGrpSpPr>
        <p:grpSpPr>
          <a:xfrm>
            <a:off x="157481" y="5732074"/>
            <a:ext cx="1223650" cy="1125926"/>
            <a:chOff x="330201" y="5059680"/>
            <a:chExt cx="1223650" cy="1125926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9A980AD9-5037-5D26-C6F3-3C3E40762786}"/>
                </a:ext>
              </a:extLst>
            </p:cNvPr>
            <p:cNvSpPr/>
            <p:nvPr/>
          </p:nvSpPr>
          <p:spPr>
            <a:xfrm>
              <a:off x="331824" y="5059680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19408DEF-6F28-5085-516C-E5FAC276B190}"/>
                </a:ext>
              </a:extLst>
            </p:cNvPr>
            <p:cNvSpPr/>
            <p:nvPr/>
          </p:nvSpPr>
          <p:spPr>
            <a:xfrm>
              <a:off x="693917" y="5059680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0AB43115-6B0F-9093-0B3A-9A2AC2C826BC}"/>
                </a:ext>
              </a:extLst>
            </p:cNvPr>
            <p:cNvSpPr/>
            <p:nvPr/>
          </p:nvSpPr>
          <p:spPr>
            <a:xfrm>
              <a:off x="1052764" y="5059680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0F02C7B0-C768-29D8-A856-933C28362BF5}"/>
                </a:ext>
              </a:extLst>
            </p:cNvPr>
            <p:cNvSpPr/>
            <p:nvPr/>
          </p:nvSpPr>
          <p:spPr>
            <a:xfrm>
              <a:off x="1411611" y="5059680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DB424AF8-DAD8-A736-E13B-C9A8CDF9549A}"/>
                </a:ext>
              </a:extLst>
            </p:cNvPr>
            <p:cNvSpPr/>
            <p:nvPr/>
          </p:nvSpPr>
          <p:spPr>
            <a:xfrm>
              <a:off x="1052764" y="5390962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DA11618F-12BB-102A-7D38-3D6366AC9213}"/>
                </a:ext>
              </a:extLst>
            </p:cNvPr>
            <p:cNvSpPr/>
            <p:nvPr/>
          </p:nvSpPr>
          <p:spPr>
            <a:xfrm>
              <a:off x="1411611" y="5390962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849D2F40-1DDB-F7FE-346F-50CC7DDDDCA2}"/>
                </a:ext>
              </a:extLst>
            </p:cNvPr>
            <p:cNvSpPr/>
            <p:nvPr/>
          </p:nvSpPr>
          <p:spPr>
            <a:xfrm>
              <a:off x="331824" y="5390962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5AFE780B-6F70-6D6B-1069-339B2CE12D94}"/>
                </a:ext>
              </a:extLst>
            </p:cNvPr>
            <p:cNvSpPr/>
            <p:nvPr/>
          </p:nvSpPr>
          <p:spPr>
            <a:xfrm>
              <a:off x="690671" y="5390962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E841B410-CA23-D72E-9DFA-B15BFDBDBBB2}"/>
                </a:ext>
              </a:extLst>
            </p:cNvPr>
            <p:cNvSpPr/>
            <p:nvPr/>
          </p:nvSpPr>
          <p:spPr>
            <a:xfrm>
              <a:off x="1411611" y="5722244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067EE1CB-0CBB-F092-1EF9-1F0BEAE40CAC}"/>
                </a:ext>
              </a:extLst>
            </p:cNvPr>
            <p:cNvSpPr/>
            <p:nvPr/>
          </p:nvSpPr>
          <p:spPr>
            <a:xfrm>
              <a:off x="690671" y="5722244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5EA5E556-CE5C-EC97-1384-A76D1BE32524}"/>
                </a:ext>
              </a:extLst>
            </p:cNvPr>
            <p:cNvSpPr/>
            <p:nvPr/>
          </p:nvSpPr>
          <p:spPr>
            <a:xfrm>
              <a:off x="330201" y="5722244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80B884BF-6C0F-4AD6-49B0-E8368B0B78A6}"/>
                </a:ext>
              </a:extLst>
            </p:cNvPr>
            <p:cNvSpPr/>
            <p:nvPr/>
          </p:nvSpPr>
          <p:spPr>
            <a:xfrm>
              <a:off x="1051141" y="5722244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5985D773-2758-9B5D-A192-16ECB724CAD4}"/>
                </a:ext>
              </a:extLst>
            </p:cNvPr>
            <p:cNvSpPr/>
            <p:nvPr/>
          </p:nvSpPr>
          <p:spPr>
            <a:xfrm>
              <a:off x="1411611" y="6053526"/>
              <a:ext cx="142240" cy="13208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7E052734-BF9C-8E86-39E9-5A02B2933D9A}"/>
                </a:ext>
              </a:extLst>
            </p:cNvPr>
            <p:cNvSpPr/>
            <p:nvPr/>
          </p:nvSpPr>
          <p:spPr>
            <a:xfrm>
              <a:off x="1074426" y="6053526"/>
              <a:ext cx="142240" cy="13208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DC5C4EE8-9E49-991A-6F5A-DCFCF5AB07D9}"/>
                </a:ext>
              </a:extLst>
            </p:cNvPr>
            <p:cNvSpPr/>
            <p:nvPr/>
          </p:nvSpPr>
          <p:spPr>
            <a:xfrm>
              <a:off x="330201" y="6053526"/>
              <a:ext cx="142240" cy="1320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5D92AF69-ACE2-D332-2A68-6664BFEF8A88}"/>
                </a:ext>
              </a:extLst>
            </p:cNvPr>
            <p:cNvSpPr/>
            <p:nvPr/>
          </p:nvSpPr>
          <p:spPr>
            <a:xfrm>
              <a:off x="702313" y="6053526"/>
              <a:ext cx="142240" cy="13208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320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817 -0.01181 L 1.10859 -0.01899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257</Words>
  <Application>Microsoft Office PowerPoint</Application>
  <PresentationFormat>Широкоэкранный</PresentationFormat>
  <Paragraphs>48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Bahnschrift Condensed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Цицкиева Лина Амирхановна</dc:creator>
  <cp:lastModifiedBy>Саргсян Ева Артуровна</cp:lastModifiedBy>
  <cp:revision>38</cp:revision>
  <dcterms:created xsi:type="dcterms:W3CDTF">2025-04-28T17:00:50Z</dcterms:created>
  <dcterms:modified xsi:type="dcterms:W3CDTF">2025-04-30T00:36:52Z</dcterms:modified>
</cp:coreProperties>
</file>